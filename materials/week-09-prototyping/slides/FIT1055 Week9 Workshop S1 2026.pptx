
<file path=[Content_Types].xml><?xml version="1.0" encoding="utf-8"?>
<Types xmlns="http://schemas.openxmlformats.org/package/2006/content-types">
  <Default Extension="emf" ContentType="image/x-emf"/>
  <Default Extension="fntdata" ContentType="application/x-fontdata"/>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3.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4.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5.xml" ContentType="application/vnd.openxmlformats-officedocument.theme+xml"/>
  <Override PartName="/ppt/slideLayouts/slideLayout34.xml" ContentType="application/vnd.openxmlformats-officedocument.presentationml.slideLayout+xml"/>
  <Override PartName="/ppt/theme/theme6.xml" ContentType="application/vnd.openxmlformats-officedocument.theme+xml"/>
  <Override PartName="/ppt/slideLayouts/slideLayout35.xml" ContentType="application/vnd.openxmlformats-officedocument.presentationml.slideLayout+xml"/>
  <Override PartName="/ppt/theme/theme7.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9" r:id="rId1"/>
    <p:sldMasterId id="2147483751" r:id="rId2"/>
    <p:sldMasterId id="2147483763" r:id="rId3"/>
    <p:sldMasterId id="2147483766" r:id="rId4"/>
    <p:sldMasterId id="2147483769" r:id="rId5"/>
    <p:sldMasterId id="2147483776" r:id="rId6"/>
    <p:sldMasterId id="2147483778" r:id="rId7"/>
    <p:sldMasterId id="2147483780" r:id="rId8"/>
  </p:sldMasterIdLst>
  <p:notesMasterIdLst>
    <p:notesMasterId r:id="rId54"/>
  </p:notesMasterIdLst>
  <p:handoutMasterIdLst>
    <p:handoutMasterId r:id="rId55"/>
  </p:handoutMasterIdLst>
  <p:sldIdLst>
    <p:sldId id="531" r:id="rId9"/>
    <p:sldId id="1215" r:id="rId10"/>
    <p:sldId id="1249" r:id="rId11"/>
    <p:sldId id="1316" r:id="rId12"/>
    <p:sldId id="1315" r:id="rId13"/>
    <p:sldId id="1317" r:id="rId14"/>
    <p:sldId id="1312" r:id="rId15"/>
    <p:sldId id="1318" r:id="rId16"/>
    <p:sldId id="1319" r:id="rId17"/>
    <p:sldId id="704" r:id="rId18"/>
    <p:sldId id="754" r:id="rId19"/>
    <p:sldId id="753" r:id="rId20"/>
    <p:sldId id="756" r:id="rId21"/>
    <p:sldId id="758" r:id="rId22"/>
    <p:sldId id="759" r:id="rId23"/>
    <p:sldId id="1308" r:id="rId24"/>
    <p:sldId id="1309" r:id="rId25"/>
    <p:sldId id="1323" r:id="rId26"/>
    <p:sldId id="1217" r:id="rId27"/>
    <p:sldId id="1333" r:id="rId28"/>
    <p:sldId id="1329" r:id="rId29"/>
    <p:sldId id="1330" r:id="rId30"/>
    <p:sldId id="1305" r:id="rId31"/>
    <p:sldId id="1331" r:id="rId32"/>
    <p:sldId id="1332" r:id="rId33"/>
    <p:sldId id="1335" r:id="rId34"/>
    <p:sldId id="1336" r:id="rId35"/>
    <p:sldId id="1282" r:id="rId36"/>
    <p:sldId id="1334" r:id="rId37"/>
    <p:sldId id="1337" r:id="rId38"/>
    <p:sldId id="1338" r:id="rId39"/>
    <p:sldId id="1339" r:id="rId40"/>
    <p:sldId id="1340" r:id="rId41"/>
    <p:sldId id="1341" r:id="rId42"/>
    <p:sldId id="1342" r:id="rId43"/>
    <p:sldId id="1343" r:id="rId44"/>
    <p:sldId id="1344" r:id="rId45"/>
    <p:sldId id="1345" r:id="rId46"/>
    <p:sldId id="1346" r:id="rId47"/>
    <p:sldId id="1347" r:id="rId48"/>
    <p:sldId id="1356" r:id="rId49"/>
    <p:sldId id="1328" r:id="rId50"/>
    <p:sldId id="1348" r:id="rId51"/>
    <p:sldId id="1355" r:id="rId52"/>
    <p:sldId id="1310" r:id="rId53"/>
  </p:sldIdLst>
  <p:sldSz cx="12192000" cy="6858000"/>
  <p:notesSz cx="6805613" cy="9939338"/>
  <p:embeddedFontLst>
    <p:embeddedFont>
      <p:font typeface="Arial Narrow" panose="020B0604020202020204" pitchFamily="34" charset="0"/>
      <p:regular r:id="rId56"/>
      <p:bold r:id="rId57"/>
      <p:italic r:id="rId58"/>
      <p:boldItalic r:id="rId59"/>
    </p:embeddedFont>
    <p:embeddedFont>
      <p:font typeface="Garamond" panose="02020404030301010803" pitchFamily="18" charset="0"/>
      <p:regular r:id="rId60"/>
      <p:bold r:id="rId61"/>
      <p:italic r:id="rId62"/>
      <p:boldItalic r:id="rId63"/>
    </p:embeddedFont>
  </p:embeddedFontLst>
  <p:custDataLst>
    <p:tags r:id="rId64"/>
  </p:custDataLst>
  <p:defaultTextStyle>
    <a:defPPr>
      <a:defRPr lang="en-AU"/>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2" pos="7469" userDrawn="1">
          <p15:clr>
            <a:srgbClr val="A4A3A4"/>
          </p15:clr>
        </p15:guide>
        <p15:guide id="3" orient="horz" pos="216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 "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prnPr prnWhat="handouts6" frameSlides="1"/>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5900"/>
    <a:srgbClr val="B0FF00"/>
    <a:srgbClr val="FFD808"/>
    <a:srgbClr val="FF9933"/>
    <a:srgbClr val="FF9900"/>
    <a:srgbClr val="66CCFF"/>
    <a:srgbClr val="89B9FF"/>
    <a:srgbClr val="FF0000"/>
    <a:srgbClr val="99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545" autoAdjust="0"/>
    <p:restoredTop sz="96976" autoAdjust="0"/>
  </p:normalViewPr>
  <p:slideViewPr>
    <p:cSldViewPr>
      <p:cViewPr varScale="1">
        <p:scale>
          <a:sx n="112" d="100"/>
          <a:sy n="112" d="100"/>
        </p:scale>
        <p:origin x="448" y="192"/>
      </p:cViewPr>
      <p:guideLst>
        <p:guide pos="7469"/>
        <p:guide orient="horz" pos="2160"/>
      </p:guideLst>
    </p:cSldViewPr>
  </p:slideViewPr>
  <p:outlineViewPr>
    <p:cViewPr>
      <p:scale>
        <a:sx n="33" d="100"/>
        <a:sy n="33" d="100"/>
      </p:scale>
      <p:origin x="0" y="58718"/>
    </p:cViewPr>
  </p:outlineViewPr>
  <p:notesTextViewPr>
    <p:cViewPr>
      <p:scale>
        <a:sx n="100" d="100"/>
        <a:sy n="100" d="100"/>
      </p:scale>
      <p:origin x="0" y="0"/>
    </p:cViewPr>
  </p:notesTextViewPr>
  <p:sorterViewPr>
    <p:cViewPr varScale="1">
      <p:scale>
        <a:sx n="156" d="100"/>
        <a:sy n="156" d="100"/>
      </p:scale>
      <p:origin x="0" y="-942"/>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8.xml"/><Relationship Id="rId21" Type="http://schemas.openxmlformats.org/officeDocument/2006/relationships/slide" Target="slides/slide13.xml"/><Relationship Id="rId42" Type="http://schemas.openxmlformats.org/officeDocument/2006/relationships/slide" Target="slides/slide34.xml"/><Relationship Id="rId47" Type="http://schemas.openxmlformats.org/officeDocument/2006/relationships/slide" Target="slides/slide39.xml"/><Relationship Id="rId63" Type="http://schemas.openxmlformats.org/officeDocument/2006/relationships/font" Target="fonts/font8.fntdata"/><Relationship Id="rId68" Type="http://schemas.openxmlformats.org/officeDocument/2006/relationships/theme" Target="theme/theme1.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slide" Target="slides/slide45.xml"/><Relationship Id="rId58" Type="http://schemas.openxmlformats.org/officeDocument/2006/relationships/font" Target="fonts/font3.fntdata"/><Relationship Id="rId66" Type="http://schemas.openxmlformats.org/officeDocument/2006/relationships/presProps" Target="presProps.xml"/><Relationship Id="rId5" Type="http://schemas.openxmlformats.org/officeDocument/2006/relationships/slideMaster" Target="slideMasters/slideMaster5.xml"/><Relationship Id="rId61" Type="http://schemas.openxmlformats.org/officeDocument/2006/relationships/font" Target="fonts/font6.fntdata"/><Relationship Id="rId19" Type="http://schemas.openxmlformats.org/officeDocument/2006/relationships/slide" Target="slides/slide1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font" Target="fonts/font1.fntdata"/><Relationship Id="rId64" Type="http://schemas.openxmlformats.org/officeDocument/2006/relationships/tags" Target="tags/tag1.xml"/><Relationship Id="rId69" Type="http://schemas.openxmlformats.org/officeDocument/2006/relationships/tableStyles" Target="tableStyles.xml"/><Relationship Id="rId8" Type="http://schemas.openxmlformats.org/officeDocument/2006/relationships/slideMaster" Target="slideMasters/slideMaster8.xml"/><Relationship Id="rId51" Type="http://schemas.openxmlformats.org/officeDocument/2006/relationships/slide" Target="slides/slide43.xml"/><Relationship Id="rId3" Type="http://schemas.openxmlformats.org/officeDocument/2006/relationships/slideMaster" Target="slideMasters/slideMaster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font" Target="fonts/font4.fntdata"/><Relationship Id="rId67" Type="http://schemas.openxmlformats.org/officeDocument/2006/relationships/viewProps" Target="viewProps.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notesMaster" Target="notesMasters/notesMaster1.xml"/><Relationship Id="rId62"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font" Target="fonts/font2.fntdata"/><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font" Target="fonts/font5.fntdata"/><Relationship Id="rId65" Type="http://schemas.openxmlformats.org/officeDocument/2006/relationships/commentAuthors" Target="commentAuthors.xml"/><Relationship Id="rId4" Type="http://schemas.openxmlformats.org/officeDocument/2006/relationships/slideMaster" Target="slideMasters/slideMaster4.xml"/><Relationship Id="rId9" Type="http://schemas.openxmlformats.org/officeDocument/2006/relationships/slide" Target="slides/slide1.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 Id="rId34" Type="http://schemas.openxmlformats.org/officeDocument/2006/relationships/slide" Target="slides/slide26.xml"/><Relationship Id="rId50" Type="http://schemas.openxmlformats.org/officeDocument/2006/relationships/slide" Target="slides/slide42.xml"/><Relationship Id="rId55"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0946" name="Rectangle 2"/>
          <p:cNvSpPr>
            <a:spLocks noGrp="1" noChangeArrowheads="1"/>
          </p:cNvSpPr>
          <p:nvPr>
            <p:ph type="hdr" sz="quarter"/>
          </p:nvPr>
        </p:nvSpPr>
        <p:spPr bwMode="auto">
          <a:xfrm>
            <a:off x="4" y="2"/>
            <a:ext cx="2949395" cy="496311"/>
          </a:xfrm>
          <a:prstGeom prst="rect">
            <a:avLst/>
          </a:prstGeom>
          <a:noFill/>
          <a:ln w="9525">
            <a:noFill/>
            <a:miter lim="800000"/>
            <a:headEnd/>
            <a:tailEnd/>
          </a:ln>
          <a:effectLst/>
        </p:spPr>
        <p:txBody>
          <a:bodyPr vert="horz" wrap="square" lIns="94751" tIns="47375" rIns="94751" bIns="47375" numCol="1" anchor="t" anchorCtr="0" compatLnSpc="1">
            <a:prstTxWarp prst="textNoShape">
              <a:avLst/>
            </a:prstTxWarp>
          </a:bodyPr>
          <a:lstStyle>
            <a:lvl1pPr defTabSz="947717">
              <a:defRPr sz="1200">
                <a:cs typeface="+mn-cs"/>
              </a:defRPr>
            </a:lvl1pPr>
          </a:lstStyle>
          <a:p>
            <a:pPr>
              <a:defRPr/>
            </a:pPr>
            <a:endParaRPr lang="en-AU" dirty="0"/>
          </a:p>
        </p:txBody>
      </p:sp>
      <p:sp>
        <p:nvSpPr>
          <p:cNvPr id="210947" name="Rectangle 3"/>
          <p:cNvSpPr>
            <a:spLocks noGrp="1" noChangeArrowheads="1"/>
          </p:cNvSpPr>
          <p:nvPr>
            <p:ph type="dt" sz="quarter" idx="1"/>
          </p:nvPr>
        </p:nvSpPr>
        <p:spPr bwMode="auto">
          <a:xfrm>
            <a:off x="3854744" y="2"/>
            <a:ext cx="2949395" cy="496311"/>
          </a:xfrm>
          <a:prstGeom prst="rect">
            <a:avLst/>
          </a:prstGeom>
          <a:noFill/>
          <a:ln w="9525">
            <a:noFill/>
            <a:miter lim="800000"/>
            <a:headEnd/>
            <a:tailEnd/>
          </a:ln>
          <a:effectLst/>
        </p:spPr>
        <p:txBody>
          <a:bodyPr vert="horz" wrap="square" lIns="94751" tIns="47375" rIns="94751" bIns="47375" numCol="1" anchor="t" anchorCtr="0" compatLnSpc="1">
            <a:prstTxWarp prst="textNoShape">
              <a:avLst/>
            </a:prstTxWarp>
          </a:bodyPr>
          <a:lstStyle>
            <a:lvl1pPr algn="r" defTabSz="947717">
              <a:defRPr sz="1200">
                <a:cs typeface="+mn-cs"/>
              </a:defRPr>
            </a:lvl1pPr>
          </a:lstStyle>
          <a:p>
            <a:pPr>
              <a:defRPr/>
            </a:pPr>
            <a:endParaRPr lang="en-AU" dirty="0"/>
          </a:p>
        </p:txBody>
      </p:sp>
      <p:sp>
        <p:nvSpPr>
          <p:cNvPr id="210948" name="Rectangle 4"/>
          <p:cNvSpPr>
            <a:spLocks noGrp="1" noChangeArrowheads="1"/>
          </p:cNvSpPr>
          <p:nvPr>
            <p:ph type="ftr" sz="quarter" idx="2"/>
          </p:nvPr>
        </p:nvSpPr>
        <p:spPr bwMode="auto">
          <a:xfrm>
            <a:off x="4" y="9441387"/>
            <a:ext cx="2949395" cy="496311"/>
          </a:xfrm>
          <a:prstGeom prst="rect">
            <a:avLst/>
          </a:prstGeom>
          <a:noFill/>
          <a:ln w="9525">
            <a:noFill/>
            <a:miter lim="800000"/>
            <a:headEnd/>
            <a:tailEnd/>
          </a:ln>
          <a:effectLst/>
        </p:spPr>
        <p:txBody>
          <a:bodyPr vert="horz" wrap="square" lIns="94751" tIns="47375" rIns="94751" bIns="47375" numCol="1" anchor="b" anchorCtr="0" compatLnSpc="1">
            <a:prstTxWarp prst="textNoShape">
              <a:avLst/>
            </a:prstTxWarp>
          </a:bodyPr>
          <a:lstStyle>
            <a:lvl1pPr defTabSz="947717">
              <a:defRPr sz="1200">
                <a:cs typeface="+mn-cs"/>
              </a:defRPr>
            </a:lvl1pPr>
          </a:lstStyle>
          <a:p>
            <a:pPr>
              <a:defRPr/>
            </a:pPr>
            <a:endParaRPr lang="en-AU" dirty="0"/>
          </a:p>
        </p:txBody>
      </p:sp>
      <p:sp>
        <p:nvSpPr>
          <p:cNvPr id="210949" name="Rectangle 5"/>
          <p:cNvSpPr>
            <a:spLocks noGrp="1" noChangeArrowheads="1"/>
          </p:cNvSpPr>
          <p:nvPr>
            <p:ph type="sldNum" sz="quarter" idx="3"/>
          </p:nvPr>
        </p:nvSpPr>
        <p:spPr bwMode="auto">
          <a:xfrm>
            <a:off x="3854744" y="9441387"/>
            <a:ext cx="2949395" cy="496311"/>
          </a:xfrm>
          <a:prstGeom prst="rect">
            <a:avLst/>
          </a:prstGeom>
          <a:noFill/>
          <a:ln w="9525">
            <a:noFill/>
            <a:miter lim="800000"/>
            <a:headEnd/>
            <a:tailEnd/>
          </a:ln>
          <a:effectLst/>
        </p:spPr>
        <p:txBody>
          <a:bodyPr vert="horz" wrap="square" lIns="94751" tIns="47375" rIns="94751" bIns="47375" numCol="1" anchor="b" anchorCtr="0" compatLnSpc="1">
            <a:prstTxWarp prst="textNoShape">
              <a:avLst/>
            </a:prstTxWarp>
          </a:bodyPr>
          <a:lstStyle>
            <a:lvl1pPr algn="r" defTabSz="947717">
              <a:defRPr sz="1200">
                <a:cs typeface="+mn-cs"/>
              </a:defRPr>
            </a:lvl1pPr>
          </a:lstStyle>
          <a:p>
            <a:pPr>
              <a:defRPr/>
            </a:pPr>
            <a:fld id="{D6F4BC11-27CE-467A-8EFD-5CAC0396F796}" type="slidenum">
              <a:rPr lang="en-AU"/>
              <a:pPr>
                <a:defRPr/>
              </a:pPr>
              <a:t>‹#›</a:t>
            </a:fld>
            <a:endParaRPr lang="en-AU" dirty="0"/>
          </a:p>
        </p:txBody>
      </p:sp>
    </p:spTree>
    <p:extLst>
      <p:ext uri="{BB962C8B-B14F-4D97-AF65-F5344CB8AC3E}">
        <p14:creationId xmlns:p14="http://schemas.microsoft.com/office/powerpoint/2010/main" val="3674980274"/>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4" y="2"/>
            <a:ext cx="2949395" cy="496311"/>
          </a:xfrm>
          <a:prstGeom prst="rect">
            <a:avLst/>
          </a:prstGeom>
          <a:noFill/>
          <a:ln w="9525">
            <a:noFill/>
            <a:miter lim="800000"/>
            <a:headEnd/>
            <a:tailEnd/>
          </a:ln>
          <a:effectLst/>
        </p:spPr>
        <p:txBody>
          <a:bodyPr vert="horz" wrap="square" lIns="94751" tIns="47375" rIns="94751" bIns="47375" numCol="1" anchor="t" anchorCtr="0" compatLnSpc="1">
            <a:prstTxWarp prst="textNoShape">
              <a:avLst/>
            </a:prstTxWarp>
          </a:bodyPr>
          <a:lstStyle>
            <a:lvl1pPr defTabSz="947717">
              <a:defRPr sz="1200">
                <a:cs typeface="+mn-cs"/>
              </a:defRPr>
            </a:lvl1pPr>
          </a:lstStyle>
          <a:p>
            <a:pPr>
              <a:defRPr/>
            </a:pPr>
            <a:endParaRPr lang="en-AU" dirty="0"/>
          </a:p>
        </p:txBody>
      </p:sp>
      <p:sp>
        <p:nvSpPr>
          <p:cNvPr id="36867" name="Rectangle 3"/>
          <p:cNvSpPr>
            <a:spLocks noGrp="1" noChangeArrowheads="1"/>
          </p:cNvSpPr>
          <p:nvPr>
            <p:ph type="dt" idx="1"/>
          </p:nvPr>
        </p:nvSpPr>
        <p:spPr bwMode="auto">
          <a:xfrm>
            <a:off x="3854744" y="2"/>
            <a:ext cx="2949395" cy="496311"/>
          </a:xfrm>
          <a:prstGeom prst="rect">
            <a:avLst/>
          </a:prstGeom>
          <a:noFill/>
          <a:ln w="9525">
            <a:noFill/>
            <a:miter lim="800000"/>
            <a:headEnd/>
            <a:tailEnd/>
          </a:ln>
          <a:effectLst/>
        </p:spPr>
        <p:txBody>
          <a:bodyPr vert="horz" wrap="square" lIns="94751" tIns="47375" rIns="94751" bIns="47375" numCol="1" anchor="t" anchorCtr="0" compatLnSpc="1">
            <a:prstTxWarp prst="textNoShape">
              <a:avLst/>
            </a:prstTxWarp>
          </a:bodyPr>
          <a:lstStyle>
            <a:lvl1pPr algn="r" defTabSz="947717">
              <a:defRPr sz="1200">
                <a:cs typeface="+mn-cs"/>
              </a:defRPr>
            </a:lvl1pPr>
          </a:lstStyle>
          <a:p>
            <a:pPr>
              <a:defRPr/>
            </a:pPr>
            <a:endParaRPr lang="en-AU" dirty="0"/>
          </a:p>
        </p:txBody>
      </p:sp>
      <p:sp>
        <p:nvSpPr>
          <p:cNvPr id="41988" name="Rectangle 4"/>
          <p:cNvSpPr>
            <a:spLocks noGrp="1" noRot="1" noChangeAspect="1" noChangeArrowheads="1" noTextEdit="1"/>
          </p:cNvSpPr>
          <p:nvPr>
            <p:ph type="sldImg" idx="2"/>
          </p:nvPr>
        </p:nvSpPr>
        <p:spPr bwMode="auto">
          <a:xfrm>
            <a:off x="88900" y="744538"/>
            <a:ext cx="6627813" cy="3729037"/>
          </a:xfrm>
          <a:prstGeom prst="rect">
            <a:avLst/>
          </a:prstGeom>
          <a:noFill/>
          <a:ln w="9525">
            <a:solidFill>
              <a:srgbClr val="000000"/>
            </a:solidFill>
            <a:miter lim="800000"/>
            <a:headEnd/>
            <a:tailEnd/>
          </a:ln>
        </p:spPr>
      </p:sp>
      <p:sp>
        <p:nvSpPr>
          <p:cNvPr id="36869" name="Rectangle 5"/>
          <p:cNvSpPr>
            <a:spLocks noGrp="1" noChangeArrowheads="1"/>
          </p:cNvSpPr>
          <p:nvPr>
            <p:ph type="body" sz="quarter" idx="3"/>
          </p:nvPr>
        </p:nvSpPr>
        <p:spPr bwMode="auto">
          <a:xfrm>
            <a:off x="680857" y="4721517"/>
            <a:ext cx="5443900" cy="4473359"/>
          </a:xfrm>
          <a:prstGeom prst="rect">
            <a:avLst/>
          </a:prstGeom>
          <a:noFill/>
          <a:ln w="9525">
            <a:noFill/>
            <a:miter lim="800000"/>
            <a:headEnd/>
            <a:tailEnd/>
          </a:ln>
          <a:effectLst/>
        </p:spPr>
        <p:txBody>
          <a:bodyPr vert="horz" wrap="square" lIns="94751" tIns="47375" rIns="94751" bIns="47375"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36870" name="Rectangle 6"/>
          <p:cNvSpPr>
            <a:spLocks noGrp="1" noChangeArrowheads="1"/>
          </p:cNvSpPr>
          <p:nvPr>
            <p:ph type="ftr" sz="quarter" idx="4"/>
          </p:nvPr>
        </p:nvSpPr>
        <p:spPr bwMode="auto">
          <a:xfrm>
            <a:off x="4" y="9441387"/>
            <a:ext cx="2949395" cy="496311"/>
          </a:xfrm>
          <a:prstGeom prst="rect">
            <a:avLst/>
          </a:prstGeom>
          <a:noFill/>
          <a:ln w="9525">
            <a:noFill/>
            <a:miter lim="800000"/>
            <a:headEnd/>
            <a:tailEnd/>
          </a:ln>
          <a:effectLst/>
        </p:spPr>
        <p:txBody>
          <a:bodyPr vert="horz" wrap="square" lIns="94751" tIns="47375" rIns="94751" bIns="47375" numCol="1" anchor="b" anchorCtr="0" compatLnSpc="1">
            <a:prstTxWarp prst="textNoShape">
              <a:avLst/>
            </a:prstTxWarp>
          </a:bodyPr>
          <a:lstStyle>
            <a:lvl1pPr defTabSz="947717">
              <a:defRPr sz="1200">
                <a:cs typeface="+mn-cs"/>
              </a:defRPr>
            </a:lvl1pPr>
          </a:lstStyle>
          <a:p>
            <a:pPr>
              <a:defRPr/>
            </a:pPr>
            <a:endParaRPr lang="en-AU" dirty="0"/>
          </a:p>
        </p:txBody>
      </p:sp>
      <p:sp>
        <p:nvSpPr>
          <p:cNvPr id="36871" name="Rectangle 7"/>
          <p:cNvSpPr>
            <a:spLocks noGrp="1" noChangeArrowheads="1"/>
          </p:cNvSpPr>
          <p:nvPr>
            <p:ph type="sldNum" sz="quarter" idx="5"/>
          </p:nvPr>
        </p:nvSpPr>
        <p:spPr bwMode="auto">
          <a:xfrm>
            <a:off x="3854744" y="9441387"/>
            <a:ext cx="2949395" cy="496311"/>
          </a:xfrm>
          <a:prstGeom prst="rect">
            <a:avLst/>
          </a:prstGeom>
          <a:noFill/>
          <a:ln w="9525">
            <a:noFill/>
            <a:miter lim="800000"/>
            <a:headEnd/>
            <a:tailEnd/>
          </a:ln>
          <a:effectLst/>
        </p:spPr>
        <p:txBody>
          <a:bodyPr vert="horz" wrap="square" lIns="94751" tIns="47375" rIns="94751" bIns="47375" numCol="1" anchor="b" anchorCtr="0" compatLnSpc="1">
            <a:prstTxWarp prst="textNoShape">
              <a:avLst/>
            </a:prstTxWarp>
          </a:bodyPr>
          <a:lstStyle>
            <a:lvl1pPr algn="r" defTabSz="947717">
              <a:defRPr sz="1200">
                <a:cs typeface="+mn-cs"/>
              </a:defRPr>
            </a:lvl1pPr>
          </a:lstStyle>
          <a:p>
            <a:pPr>
              <a:defRPr/>
            </a:pPr>
            <a:fld id="{D88EB2CA-45D1-42A0-A762-9254DBFB78C5}" type="slidenum">
              <a:rPr lang="en-AU"/>
              <a:pPr>
                <a:defRPr/>
              </a:pPr>
              <a:t>‹#›</a:t>
            </a:fld>
            <a:endParaRPr lang="en-AU" dirty="0"/>
          </a:p>
        </p:txBody>
      </p:sp>
    </p:spTree>
    <p:extLst>
      <p:ext uri="{BB962C8B-B14F-4D97-AF65-F5344CB8AC3E}">
        <p14:creationId xmlns:p14="http://schemas.microsoft.com/office/powerpoint/2010/main" val="1033194545"/>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4538"/>
            <a:ext cx="6627813" cy="3729037"/>
          </a:xfrm>
        </p:spPr>
      </p:sp>
      <p:sp>
        <p:nvSpPr>
          <p:cNvPr id="3" name="Notes Placeholder 2"/>
          <p:cNvSpPr>
            <a:spLocks noGrp="1"/>
          </p:cNvSpPr>
          <p:nvPr>
            <p:ph type="body" idx="1"/>
          </p:nvPr>
        </p:nvSpPr>
        <p:spPr/>
        <p:txBody>
          <a:bodyPr/>
          <a:lstStyle/>
          <a:p>
            <a:endParaRPr lang="en-US" sz="1200" u="none" kern="1200" baseline="0" dirty="0">
              <a:solidFill>
                <a:schemeClr val="tx1"/>
              </a:solidFill>
              <a:latin typeface="Arial" charset="0"/>
              <a:ea typeface="+mn-ea"/>
              <a:cs typeface="+mn-cs"/>
            </a:endParaRPr>
          </a:p>
        </p:txBody>
      </p:sp>
    </p:spTree>
    <p:extLst>
      <p:ext uri="{BB962C8B-B14F-4D97-AF65-F5344CB8AC3E}">
        <p14:creationId xmlns:p14="http://schemas.microsoft.com/office/powerpoint/2010/main" val="12315812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E1291-4BAC-A94F-7B06-0CFDB93D0E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2DDACD-E3C3-8125-26AD-647A0EA5114B}"/>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9F7C9FD8-76AB-75CC-5380-69246EA1E89E}"/>
              </a:ext>
            </a:extLst>
          </p:cNvPr>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14448224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71B3D-F018-E83E-4523-57CB23B5F5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82BF40-6306-0F91-9A1F-0C6B68E5B3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B8252E-4FC6-FA4E-7CF4-92BC2035701B}"/>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9696399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0E337-8329-3CEF-C6CE-69C5ACEC3D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D2163D-D1A7-11CF-1027-05D754E5D80B}"/>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427563C2-EF30-BCAF-A7C7-A122756F9A7A}"/>
              </a:ext>
            </a:extLst>
          </p:cNvPr>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33924053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7EBAB-5848-7290-04DA-AD2427166A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9B2AAB-4839-E6AA-7865-5CA6E8CB9D11}"/>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5D149E64-F376-4E79-20D7-368A087B40EF}"/>
              </a:ext>
            </a:extLst>
          </p:cNvPr>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27689543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DE0C9-FBC4-21E5-476C-31FF8385ED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5D9679-464C-79C9-F1AE-4A7EB7DD004C}"/>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9F251D23-D32D-AFA2-5975-1B6643419916}"/>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761057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EE1D1-CBA7-B4E8-5715-86841EF61F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1DB11F-A1EC-0364-CA4F-AFA74373A0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6DF844-CC15-149E-CD56-FF3BF5A3A7B4}"/>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4553832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C949D-591A-C336-190F-07F5F43858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BAC53F-F7A8-6EC8-29D9-4AE014B7AB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62D8BA-3173-0475-C785-6AC74A27FE82}"/>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7429880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BFF9A-1CFE-F699-DBCF-F0E00BEE63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CC8AEA-7097-B17A-F04F-1EC2285132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AFBA76-574B-6520-4FBA-C62796A05E1F}"/>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31518949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4538"/>
            <a:ext cx="6627813" cy="3729037"/>
          </a:xfrm>
        </p:spPr>
      </p:sp>
      <p:sp>
        <p:nvSpPr>
          <p:cNvPr id="3" name="Notes Placeholder 2"/>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30705697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4538"/>
            <a:ext cx="6627813" cy="3729037"/>
          </a:xfrm>
        </p:spPr>
      </p:sp>
      <p:sp>
        <p:nvSpPr>
          <p:cNvPr id="3" name="Notes Placeholder 2"/>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16436798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4538"/>
            <a:ext cx="6627813" cy="3729037"/>
          </a:xfrm>
        </p:spPr>
      </p:sp>
      <p:sp>
        <p:nvSpPr>
          <p:cNvPr id="3" name="Notes Placeholder 2"/>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12169173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4538"/>
            <a:ext cx="6627813" cy="3729037"/>
          </a:xfrm>
        </p:spPr>
      </p:sp>
      <p:sp>
        <p:nvSpPr>
          <p:cNvPr id="3" name="Notes Placeholder 2"/>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23625488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4538"/>
            <a:ext cx="6627813" cy="3729037"/>
          </a:xfrm>
        </p:spPr>
      </p:sp>
      <p:sp>
        <p:nvSpPr>
          <p:cNvPr id="3" name="Notes Placeholder 2"/>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8901860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4538"/>
            <a:ext cx="6627813" cy="3729037"/>
          </a:xfrm>
        </p:spPr>
      </p:sp>
      <p:sp>
        <p:nvSpPr>
          <p:cNvPr id="3" name="Notes Placeholder 2"/>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10863071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C4FC5-849A-8B5A-04F8-366498386F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7FC6F1-9EB9-3A89-3FB6-7D48432A888A}"/>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49CE460D-47F6-F256-6537-8D54CA13B9F3}"/>
              </a:ext>
            </a:extLst>
          </p:cNvPr>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26472141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0331C-ACBD-C1D9-F33D-3C3F0C97CC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79B45F-87A8-DB52-980C-BCB3BD5D4FE0}"/>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31FA9FBE-E99A-EF7E-DC62-81718DD0C074}"/>
              </a:ext>
            </a:extLst>
          </p:cNvPr>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28094657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E7C02-CD1D-040F-1463-CF865775C8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866FC8-1E16-B8DD-7B79-D5F0B05268D5}"/>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88CB2E25-E3CA-01B4-B75A-BBDEACC906A5}"/>
              </a:ext>
            </a:extLst>
          </p:cNvPr>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39930785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40F726-AD12-D8CE-8CE5-35D3B81FB9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11739B-E981-15AF-EA21-95316456F219}"/>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6D1D1D9B-09DF-0CA4-5F4D-7024516B5AE4}"/>
              </a:ext>
            </a:extLst>
          </p:cNvPr>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11747886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5A5BE-3DE9-FF99-EB71-CDE00A3DAA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00C0CC-3F64-5823-2F7D-A93F7CB46F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BA34F2-C0B3-FC99-30E0-A087E00983CA}"/>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5981948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6AECE-1F9C-B051-5E84-BBFC779275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91977A-0FFA-01B5-B150-5C563107FF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A0034A-6291-3BAC-F57A-7EE074A242B5}"/>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20830281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03936-BBD2-4A77-0118-1CBB243323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DDA469-A054-C8CC-172A-BD87E9E1AD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6BDD16-6B97-B560-EFFB-8A3CF8FD00E6}"/>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41669286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7A05B-30FF-FBD5-FFF2-EB318BE6A6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3FA405-CAD1-D293-6438-9C0A8DD976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074539-EABE-7F69-662E-5181AF3FAC67}"/>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18453081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BD289-1B17-9F01-3767-1688FAA10A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391F36-28EB-478B-EB13-4293C23B8C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314140-2C4B-D3AD-54C0-75872C8AE035}"/>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13691015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AF8509-3462-3655-7553-9F52DA44CD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CFC00B-25A5-470C-19CE-DC1BBC811B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326156-71DF-DD70-9BD2-C4C44FFCB183}"/>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30020717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D0C26-E4B6-C441-A628-2B37433162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87C756-3F0C-38C8-F466-25277E1A544B}"/>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C4507A96-E4EB-93FF-5D54-DF882646A24F}"/>
              </a:ext>
            </a:extLst>
          </p:cNvPr>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392485571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D062CB-B5ED-FE9C-D9BC-A940D8CAE0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8AC31E-C42D-5D17-2416-5B6B16730BAF}"/>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7E12824E-3887-381B-839D-868123858E99}"/>
              </a:ext>
            </a:extLst>
          </p:cNvPr>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221531425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EAF8B-F580-C1A5-61D9-DB77AE2088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B19DD9-74D8-9492-7EAA-66CACFE3DDB1}"/>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624B5239-1FFF-9435-BA29-DE927A7C9463}"/>
              </a:ext>
            </a:extLst>
          </p:cNvPr>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148620890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89916-47F7-D044-9816-4D31BEBA83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76D1DC-D211-98E0-F0DC-346ABFD498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41FFEB-8DBC-9DB7-A7C6-AA6BA3F9063E}"/>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38944711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11CC9-AA33-755E-B0DB-224DFF1DDA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1C4A90-DB4F-4261-7A9C-1275B4D00C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26480E-A87F-3744-C63E-E5EBBB3790C6}"/>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86212488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AA0399-D0BC-DACD-E89A-D61F310814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5DF0C1-AD5E-0A1D-AEC3-874BD345F4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D32F76-F525-3B8C-2D81-883CF9078C7D}"/>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376727464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52930-55E3-C0F3-E095-C82933FE31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C05775-474C-6116-85F7-E6843F44ED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8DEDE6-9873-2911-0135-2EA6139474D6}"/>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426488701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B94C2-FE58-CA0E-9039-D38F738275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4FB388-B8F0-8822-F3BF-4CB6A6DD43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3889A2-1C42-778E-67C2-CD9D8CABA411}"/>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610995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66168-9003-99E3-697E-51BFCEE312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8B1461-980D-2B76-02FC-8375D29765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475C7C-CA38-AF8C-2929-EADF6C5CF4E7}"/>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14838069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B5E63-B636-AC74-4742-D24E9C25B7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28EF3E-1895-EC8E-73F3-AA91869558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034010-9980-9923-448D-2D4DA7DBF05C}"/>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55467147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0F3AA-B55D-274F-1F84-73C1DD3B5E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53CF3D-E61A-3B45-DDA5-936DEFFF58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1EAE3-20F9-4A76-D547-3368396E00D4}"/>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276225521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2F40A-9C18-53FE-BCE6-ACA7287836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A5AE34-240F-9CFE-4D14-3AD69FC48B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ED7D1E-621F-799E-2CAD-17928A3A2DCD}"/>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246389013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EBC3E-E9A3-51B9-8668-ACBCE2B86C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C56C9F-4F30-56C3-3086-713626F979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D937ED-0386-0BD7-EDF8-08CFAA79E34A}"/>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321009438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22CAD-E0B7-3952-4F75-2C14814EA6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C24730-F223-4021-ACAA-8EE60DFAB4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4028D9-CA93-D011-22B8-F64FB598E5EA}"/>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56811020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F1353-DACD-9E33-E33D-E24FDDA50F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C58847-F51D-DDD7-2FFF-FFFC96ECF8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1FD174-0FAD-0CF2-00F0-2C97A00F15DF}"/>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195131394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A1D4A-D589-37FC-819F-9EF3F07411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9A8937-E49A-783A-5283-A739944530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E69F2D-F4B8-4D7E-66D2-BFE554B20AD3}"/>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301556999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FA0A4-8179-D205-11C2-613A6DDCD1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765759-6978-40DA-19FF-51877B079E1C}"/>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AE18F5A1-F766-0A8B-CBCF-3EE6090555BE}"/>
              </a:ext>
            </a:extLst>
          </p:cNvPr>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407153742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EDCB5-6663-4A0C-ABF7-8F587247A3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0CD25E-CB42-A61E-0E11-0183940F85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BDAE35-C306-5E7F-697F-760BDB378E87}"/>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120054701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CFFAB-4B5E-DE68-9D94-C431AAE3B2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BD79D1-F7DD-879F-B13F-7B576759E1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B8316F-CE47-A3FB-81D7-05C9E75B6EC3}"/>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392917649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8103F-B814-1E4E-29C3-9A31214B54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1C0D64-1D8A-C208-5BE6-1D812CDDCC72}"/>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F6517A40-968E-DFC5-77CF-0825F16D03C5}"/>
              </a:ext>
            </a:extLst>
          </p:cNvPr>
          <p:cNvSpPr>
            <a:spLocks noGrp="1"/>
          </p:cNvSpPr>
          <p:nvPr>
            <p:ph type="body" idx="1"/>
          </p:nvPr>
        </p:nvSpPr>
        <p:spPr/>
        <p:txBody>
          <a:bodyPr/>
          <a:lstStyle/>
          <a:p>
            <a:r>
              <a:rPr lang="en-US" dirty="0"/>
              <a:t>The professional practices course was developed to address difficulties with soft topic coverage in the degree plan used for many years, along with increased needs that arose from broadening the available degree programs and heightened expectations for computing curricula. Throughout the 80's and 90's, the CSE department offered a single undergraduate degree in Computer Science and Engineering. The first year of the program included a one-hour college-level common course (1104) Introduction to Engineering to provide exposure to the diversity of challenges in engineering, along with another one-hour departmental course (1105) Introduction to Computer Science and Engineering to address further topics on responsibilities and expectations for students in computing. The two-semester capstone senior design sequence (4316/4317) emphasizes an extended design experience in a team setting, but had the additional responsibility for delivering substantial knowledge and assessing student achievement on nontechnical student outcomes. This situation often led to uneven coverage of the non-technical topics from semester to semester depending upon the instructor. Students also found it very challenging to balance between learning the technical topics and soft topics simultaneously. The topics covered in the professional practices course provide a just-in-time coverage of the topics most needed at this stage, and was the primary motivation for offering this class. The new course was also needed to strengthen compliance with ABET criteria as discussed below. In 2003, additional programs in Computer Science and Software Engineering were accredited through CAC and EAC, respectively. After a re-accreditation visit for all three programs in 2006, the Computer Science and Engineering program was renamed to Computer Engineering. Like all ABET accredited programs, each of the three programs has a list of educational objectives (PEOs). These can be found on the departmental website http://cse.uta.edu/ but may be summarized as follows: 1. Initial employment 2. Advance in responsibilities 3. Demonstrate leadership The PEOs are mapped to student learning outcomes and the three degree plans in the following systematic fashion. PEO 1 regards fundamentals indispensable in any effort involving computing in the few years following graduation. PEO 2 regards broader design and teamwork responsibilities. PEO 3 includes attitudes, values, and altruism as a seasoned computing professional of the broadest perspective. When viewed this way, PEO 3 involves the following EAC and CAC student </a:t>
            </a:r>
            <a:r>
              <a:rPr lang="en-US"/>
              <a:t>outcomes.</a:t>
            </a:r>
          </a:p>
          <a:p>
            <a:endParaRPr lang="en-US"/>
          </a:p>
          <a:p>
            <a:r>
              <a:rPr lang="en-US" sz="1200" b="0" i="0" kern="1200">
                <a:solidFill>
                  <a:schemeClr val="tx1"/>
                </a:solidFill>
                <a:effectLst/>
                <a:latin typeface="Arial" charset="0"/>
                <a:ea typeface="+mn-ea"/>
                <a:cs typeface="+mn-cs"/>
              </a:rPr>
              <a:t>What characteristics should a professional exhibit?</a:t>
            </a:r>
          </a:p>
          <a:p>
            <a:r>
              <a:rPr lang="en-US" sz="1200" b="0" i="0" kern="1200">
                <a:solidFill>
                  <a:schemeClr val="tx1"/>
                </a:solidFill>
                <a:effectLst/>
                <a:latin typeface="Arial" charset="0"/>
                <a:ea typeface="+mn-ea"/>
                <a:cs typeface="+mn-cs"/>
              </a:rPr>
              <a:t>Professional bodies each have their own ideas of the characteristics that their members should possess to be considered "a professional". These are stated in their codes of conduct and ethics and all of the bodies have their own versions of these. Certain items appear in all of them including:</a:t>
            </a:r>
          </a:p>
          <a:p>
            <a:r>
              <a:rPr lang="en-US" sz="1200" b="0" i="0" kern="1200">
                <a:solidFill>
                  <a:schemeClr val="tx1"/>
                </a:solidFill>
                <a:effectLst/>
                <a:latin typeface="Arial" charset="0"/>
                <a:ea typeface="+mn-ea"/>
                <a:cs typeface="+mn-cs"/>
              </a:rPr>
              <a:t>keeping up to date with the field</a:t>
            </a:r>
          </a:p>
          <a:p>
            <a:r>
              <a:rPr lang="en-US" sz="1200" b="0" i="0" kern="1200">
                <a:solidFill>
                  <a:schemeClr val="tx1"/>
                </a:solidFill>
                <a:effectLst/>
                <a:latin typeface="Arial" charset="0"/>
                <a:ea typeface="+mn-ea"/>
                <a:cs typeface="+mn-cs"/>
              </a:rPr>
              <a:t>helping their colleagues advance within their field</a:t>
            </a:r>
          </a:p>
          <a:p>
            <a:r>
              <a:rPr lang="en-US" sz="1200" b="0" i="0" kern="1200">
                <a:solidFill>
                  <a:schemeClr val="tx1"/>
                </a:solidFill>
                <a:effectLst/>
                <a:latin typeface="Arial" charset="0"/>
                <a:ea typeface="+mn-ea"/>
                <a:cs typeface="+mn-cs"/>
              </a:rPr>
              <a:t>showing concern for the well being of their clients</a:t>
            </a:r>
          </a:p>
          <a:p>
            <a:r>
              <a:rPr lang="en-US" sz="1200" b="0" i="0" kern="1200">
                <a:solidFill>
                  <a:schemeClr val="tx1"/>
                </a:solidFill>
                <a:effectLst/>
                <a:latin typeface="Arial" charset="0"/>
                <a:ea typeface="+mn-ea"/>
                <a:cs typeface="+mn-cs"/>
              </a:rPr>
              <a:t>adhering to the relevant legislation</a:t>
            </a:r>
          </a:p>
          <a:p>
            <a:r>
              <a:rPr lang="en-US" sz="1200" b="0" i="0" kern="1200">
                <a:solidFill>
                  <a:schemeClr val="tx1"/>
                </a:solidFill>
                <a:effectLst/>
                <a:latin typeface="Arial" charset="0"/>
                <a:ea typeface="+mn-ea"/>
                <a:cs typeface="+mn-cs"/>
              </a:rPr>
              <a:t>respecting client confidentiality</a:t>
            </a:r>
          </a:p>
          <a:p>
            <a:endParaRPr lang="en-US"/>
          </a:p>
          <a:p>
            <a:r>
              <a:rPr lang="en-US" sz="1200" b="0" i="0" kern="1200">
                <a:solidFill>
                  <a:schemeClr val="tx1"/>
                </a:solidFill>
                <a:effectLst/>
                <a:latin typeface="Arial" charset="0"/>
                <a:ea typeface="+mn-ea"/>
                <a:cs typeface="+mn-cs"/>
              </a:rPr>
              <a:t>we can see that a professional:</a:t>
            </a:r>
          </a:p>
          <a:p>
            <a:r>
              <a:rPr lang="en-US" sz="1200" b="0" i="0" kern="1200">
                <a:solidFill>
                  <a:schemeClr val="tx1"/>
                </a:solidFill>
                <a:effectLst/>
                <a:latin typeface="Arial" charset="0"/>
                <a:ea typeface="+mn-ea"/>
                <a:cs typeface="+mn-cs"/>
              </a:rPr>
              <a:t>is engaged in one of the learned professions</a:t>
            </a:r>
          </a:p>
          <a:p>
            <a:r>
              <a:rPr lang="en-US" sz="1200" b="0" i="0" kern="1200">
                <a:solidFill>
                  <a:schemeClr val="tx1"/>
                </a:solidFill>
                <a:effectLst/>
                <a:latin typeface="Arial" charset="0"/>
                <a:ea typeface="+mn-ea"/>
                <a:cs typeface="+mn-cs"/>
              </a:rPr>
              <a:t>has a calling requiring specialized knowledge and often long and intensive academic preparation</a:t>
            </a:r>
          </a:p>
          <a:p>
            <a:r>
              <a:rPr lang="en-US" sz="1200" b="0" i="0" kern="1200">
                <a:solidFill>
                  <a:schemeClr val="tx1"/>
                </a:solidFill>
                <a:effectLst/>
                <a:latin typeface="Arial" charset="0"/>
                <a:ea typeface="+mn-ea"/>
                <a:cs typeface="+mn-cs"/>
              </a:rPr>
              <a:t>is characterized by or conforming to the technical or ethical standards of a profession</a:t>
            </a:r>
          </a:p>
          <a:p>
            <a:r>
              <a:rPr lang="en-US" sz="1200" b="0" i="0" kern="1200">
                <a:solidFill>
                  <a:schemeClr val="tx1"/>
                </a:solidFill>
                <a:effectLst/>
                <a:latin typeface="Arial" charset="0"/>
                <a:ea typeface="+mn-ea"/>
                <a:cs typeface="+mn-cs"/>
              </a:rPr>
              <a:t>So professionals spend a long time studying a particular calling</a:t>
            </a:r>
          </a:p>
          <a:p>
            <a:endParaRPr lang="en-US" dirty="0"/>
          </a:p>
        </p:txBody>
      </p:sp>
    </p:spTree>
    <p:extLst>
      <p:ext uri="{BB962C8B-B14F-4D97-AF65-F5344CB8AC3E}">
        <p14:creationId xmlns:p14="http://schemas.microsoft.com/office/powerpoint/2010/main" val="28196688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AU"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AU" dirty="0"/>
          </a:p>
        </p:txBody>
      </p:sp>
      <p:sp>
        <p:nvSpPr>
          <p:cNvPr id="6" name="Rectangle 6"/>
          <p:cNvSpPr>
            <a:spLocks noGrp="1" noChangeArrowheads="1"/>
          </p:cNvSpPr>
          <p:nvPr>
            <p:ph type="sldNum" sz="quarter" idx="12"/>
          </p:nvPr>
        </p:nvSpPr>
        <p:spPr>
          <a:ln/>
        </p:spPr>
        <p:txBody>
          <a:bodyPr/>
          <a:lstStyle>
            <a:lvl1pPr>
              <a:defRPr/>
            </a:lvl1pPr>
          </a:lstStyle>
          <a:p>
            <a:pPr>
              <a:defRPr/>
            </a:pPr>
            <a:fld id="{65D7EE65-8AFE-4022-B3D9-7794B9342842}" type="slidenum">
              <a:rPr lang="en-AU"/>
              <a:pPr>
                <a:defRPr/>
              </a:pPr>
              <a:t>‹#›</a:t>
            </a:fld>
            <a:endParaRPr lang="en-AU"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609600" y="1600201"/>
            <a:ext cx="109728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AU"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AU" dirty="0"/>
          </a:p>
        </p:txBody>
      </p:sp>
      <p:sp>
        <p:nvSpPr>
          <p:cNvPr id="6" name="Rectangle 6"/>
          <p:cNvSpPr>
            <a:spLocks noGrp="1" noChangeArrowheads="1"/>
          </p:cNvSpPr>
          <p:nvPr>
            <p:ph type="sldNum" sz="quarter" idx="12"/>
          </p:nvPr>
        </p:nvSpPr>
        <p:spPr>
          <a:ln/>
        </p:spPr>
        <p:txBody>
          <a:bodyPr/>
          <a:lstStyle>
            <a:lvl1pPr>
              <a:defRPr/>
            </a:lvl1pPr>
          </a:lstStyle>
          <a:p>
            <a:pPr>
              <a:defRPr/>
            </a:pPr>
            <a:fld id="{5136BB8A-0854-4320-9CB6-5978F93B7D0C}" type="slidenum">
              <a:rPr lang="en-AU"/>
              <a:pPr>
                <a:defRPr/>
              </a:pPr>
              <a:t>‹#›</a:t>
            </a:fld>
            <a:endParaRPr lang="en-AU"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AU"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AU" dirty="0"/>
          </a:p>
        </p:txBody>
      </p:sp>
      <p:sp>
        <p:nvSpPr>
          <p:cNvPr id="6" name="Rectangle 6"/>
          <p:cNvSpPr>
            <a:spLocks noGrp="1" noChangeArrowheads="1"/>
          </p:cNvSpPr>
          <p:nvPr>
            <p:ph type="sldNum" sz="quarter" idx="12"/>
          </p:nvPr>
        </p:nvSpPr>
        <p:spPr>
          <a:ln/>
        </p:spPr>
        <p:txBody>
          <a:bodyPr/>
          <a:lstStyle>
            <a:lvl1pPr>
              <a:defRPr/>
            </a:lvl1pPr>
          </a:lstStyle>
          <a:p>
            <a:pPr>
              <a:defRPr/>
            </a:pPr>
            <a:fld id="{576A1EC1-FD81-4297-932F-0F31C26A9517}" type="slidenum">
              <a:rPr lang="en-AU"/>
              <a:pPr>
                <a:defRPr/>
              </a:pPr>
              <a:t>‹#›</a:t>
            </a:fld>
            <a:endParaRPr lang="en-AU"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AU" dirty="0"/>
          </a:p>
        </p:txBody>
      </p:sp>
      <p:sp>
        <p:nvSpPr>
          <p:cNvPr id="6" name="Rectangle 5"/>
          <p:cNvSpPr>
            <a:spLocks noGrp="1" noChangeArrowheads="1"/>
          </p:cNvSpPr>
          <p:nvPr>
            <p:ph type="ftr" sz="quarter" idx="11"/>
          </p:nvPr>
        </p:nvSpPr>
        <p:spPr>
          <a:ln/>
        </p:spPr>
        <p:txBody>
          <a:bodyPr/>
          <a:lstStyle>
            <a:lvl1pPr>
              <a:defRPr/>
            </a:lvl1pPr>
          </a:lstStyle>
          <a:p>
            <a:pPr>
              <a:defRPr/>
            </a:pPr>
            <a:endParaRPr lang="en-AU" dirty="0"/>
          </a:p>
        </p:txBody>
      </p:sp>
      <p:sp>
        <p:nvSpPr>
          <p:cNvPr id="7" name="Rectangle 6"/>
          <p:cNvSpPr>
            <a:spLocks noGrp="1" noChangeArrowheads="1"/>
          </p:cNvSpPr>
          <p:nvPr>
            <p:ph type="sldNum" sz="quarter" idx="12"/>
          </p:nvPr>
        </p:nvSpPr>
        <p:spPr>
          <a:ln/>
        </p:spPr>
        <p:txBody>
          <a:bodyPr/>
          <a:lstStyle>
            <a:lvl1pPr>
              <a:defRPr/>
            </a:lvl1pPr>
          </a:lstStyle>
          <a:p>
            <a:pPr>
              <a:defRPr/>
            </a:pPr>
            <a:fld id="{6ECD963F-0ABF-4DDA-94F2-B28E844934B8}" type="slidenum">
              <a:rPr lang="en-AU"/>
              <a:pPr>
                <a:defRPr/>
              </a:pPr>
              <a:t>‹#›</a:t>
            </a:fld>
            <a:endParaRPr lang="en-AU"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AU" dirty="0"/>
          </a:p>
        </p:txBody>
      </p:sp>
      <p:sp>
        <p:nvSpPr>
          <p:cNvPr id="8" name="Rectangle 5"/>
          <p:cNvSpPr>
            <a:spLocks noGrp="1" noChangeArrowheads="1"/>
          </p:cNvSpPr>
          <p:nvPr>
            <p:ph type="ftr" sz="quarter" idx="11"/>
          </p:nvPr>
        </p:nvSpPr>
        <p:spPr>
          <a:ln/>
        </p:spPr>
        <p:txBody>
          <a:bodyPr/>
          <a:lstStyle>
            <a:lvl1pPr>
              <a:defRPr/>
            </a:lvl1pPr>
          </a:lstStyle>
          <a:p>
            <a:pPr>
              <a:defRPr/>
            </a:pPr>
            <a:endParaRPr lang="en-AU" dirty="0"/>
          </a:p>
        </p:txBody>
      </p:sp>
      <p:sp>
        <p:nvSpPr>
          <p:cNvPr id="9" name="Rectangle 6"/>
          <p:cNvSpPr>
            <a:spLocks noGrp="1" noChangeArrowheads="1"/>
          </p:cNvSpPr>
          <p:nvPr>
            <p:ph type="sldNum" sz="quarter" idx="12"/>
          </p:nvPr>
        </p:nvSpPr>
        <p:spPr>
          <a:ln/>
        </p:spPr>
        <p:txBody>
          <a:bodyPr/>
          <a:lstStyle>
            <a:lvl1pPr>
              <a:defRPr/>
            </a:lvl1pPr>
          </a:lstStyle>
          <a:p>
            <a:pPr>
              <a:defRPr/>
            </a:pPr>
            <a:fld id="{A09639DC-AEAE-42DF-8ED1-CED4DC05F609}" type="slidenum">
              <a:rPr lang="en-AU"/>
              <a:pPr>
                <a:defRPr/>
              </a:pPr>
              <a:t>‹#›</a:t>
            </a:fld>
            <a:endParaRPr lang="en-AU"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AU" dirty="0"/>
          </a:p>
        </p:txBody>
      </p:sp>
      <p:sp>
        <p:nvSpPr>
          <p:cNvPr id="4" name="Rectangle 5"/>
          <p:cNvSpPr>
            <a:spLocks noGrp="1" noChangeArrowheads="1"/>
          </p:cNvSpPr>
          <p:nvPr>
            <p:ph type="ftr" sz="quarter" idx="11"/>
          </p:nvPr>
        </p:nvSpPr>
        <p:spPr>
          <a:ln/>
        </p:spPr>
        <p:txBody>
          <a:bodyPr/>
          <a:lstStyle>
            <a:lvl1pPr>
              <a:defRPr/>
            </a:lvl1pPr>
          </a:lstStyle>
          <a:p>
            <a:pPr>
              <a:defRPr/>
            </a:pPr>
            <a:endParaRPr lang="en-AU" dirty="0"/>
          </a:p>
        </p:txBody>
      </p:sp>
      <p:sp>
        <p:nvSpPr>
          <p:cNvPr id="5" name="Rectangle 6"/>
          <p:cNvSpPr>
            <a:spLocks noGrp="1" noChangeArrowheads="1"/>
          </p:cNvSpPr>
          <p:nvPr>
            <p:ph type="sldNum" sz="quarter" idx="12"/>
          </p:nvPr>
        </p:nvSpPr>
        <p:spPr>
          <a:ln/>
        </p:spPr>
        <p:txBody>
          <a:bodyPr/>
          <a:lstStyle>
            <a:lvl1pPr>
              <a:defRPr/>
            </a:lvl1pPr>
          </a:lstStyle>
          <a:p>
            <a:pPr>
              <a:defRPr/>
            </a:pPr>
            <a:fld id="{DC955108-5A2D-4238-A310-FF266209B693}" type="slidenum">
              <a:rPr lang="en-AU"/>
              <a:pPr>
                <a:defRPr/>
              </a:pPr>
              <a:t>‹#›</a:t>
            </a:fld>
            <a:endParaRPr lang="en-AU"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AU" dirty="0"/>
          </a:p>
        </p:txBody>
      </p:sp>
      <p:sp>
        <p:nvSpPr>
          <p:cNvPr id="3" name="Rectangle 5"/>
          <p:cNvSpPr>
            <a:spLocks noGrp="1" noChangeArrowheads="1"/>
          </p:cNvSpPr>
          <p:nvPr>
            <p:ph type="ftr" sz="quarter" idx="11"/>
          </p:nvPr>
        </p:nvSpPr>
        <p:spPr>
          <a:ln/>
        </p:spPr>
        <p:txBody>
          <a:bodyPr/>
          <a:lstStyle>
            <a:lvl1pPr>
              <a:defRPr/>
            </a:lvl1pPr>
          </a:lstStyle>
          <a:p>
            <a:pPr>
              <a:defRPr/>
            </a:pPr>
            <a:endParaRPr lang="en-AU" dirty="0"/>
          </a:p>
        </p:txBody>
      </p:sp>
      <p:sp>
        <p:nvSpPr>
          <p:cNvPr id="4" name="Rectangle 6"/>
          <p:cNvSpPr>
            <a:spLocks noGrp="1" noChangeArrowheads="1"/>
          </p:cNvSpPr>
          <p:nvPr>
            <p:ph type="sldNum" sz="quarter" idx="12"/>
          </p:nvPr>
        </p:nvSpPr>
        <p:spPr>
          <a:ln/>
        </p:spPr>
        <p:txBody>
          <a:bodyPr/>
          <a:lstStyle>
            <a:lvl1pPr>
              <a:defRPr/>
            </a:lvl1pPr>
          </a:lstStyle>
          <a:p>
            <a:pPr>
              <a:defRPr/>
            </a:pPr>
            <a:fld id="{F50E377F-86B6-4B25-9512-8E32B5A83205}" type="slidenum">
              <a:rPr lang="en-AU"/>
              <a:pPr>
                <a:defRPr/>
              </a:pPr>
              <a:t>‹#›</a:t>
            </a:fld>
            <a:endParaRPr lang="en-AU"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AU" dirty="0"/>
          </a:p>
        </p:txBody>
      </p:sp>
      <p:sp>
        <p:nvSpPr>
          <p:cNvPr id="6" name="Rectangle 5"/>
          <p:cNvSpPr>
            <a:spLocks noGrp="1" noChangeArrowheads="1"/>
          </p:cNvSpPr>
          <p:nvPr>
            <p:ph type="ftr" sz="quarter" idx="11"/>
          </p:nvPr>
        </p:nvSpPr>
        <p:spPr>
          <a:ln/>
        </p:spPr>
        <p:txBody>
          <a:bodyPr/>
          <a:lstStyle>
            <a:lvl1pPr>
              <a:defRPr/>
            </a:lvl1pPr>
          </a:lstStyle>
          <a:p>
            <a:pPr>
              <a:defRPr/>
            </a:pPr>
            <a:endParaRPr lang="en-AU" dirty="0"/>
          </a:p>
        </p:txBody>
      </p:sp>
      <p:sp>
        <p:nvSpPr>
          <p:cNvPr id="7" name="Rectangle 6"/>
          <p:cNvSpPr>
            <a:spLocks noGrp="1" noChangeArrowheads="1"/>
          </p:cNvSpPr>
          <p:nvPr>
            <p:ph type="sldNum" sz="quarter" idx="12"/>
          </p:nvPr>
        </p:nvSpPr>
        <p:spPr>
          <a:ln/>
        </p:spPr>
        <p:txBody>
          <a:bodyPr/>
          <a:lstStyle>
            <a:lvl1pPr>
              <a:defRPr/>
            </a:lvl1pPr>
          </a:lstStyle>
          <a:p>
            <a:pPr>
              <a:defRPr/>
            </a:pPr>
            <a:fld id="{87EFDFB0-E6FC-4290-A842-FF8549BB4702}" type="slidenum">
              <a:rPr lang="en-AU"/>
              <a:pPr>
                <a:defRPr/>
              </a:pPr>
              <a:t>‹#›</a:t>
            </a:fld>
            <a:endParaRPr lang="en-AU"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AU" dirty="0"/>
          </a:p>
        </p:txBody>
      </p:sp>
      <p:sp>
        <p:nvSpPr>
          <p:cNvPr id="6" name="Rectangle 5"/>
          <p:cNvSpPr>
            <a:spLocks noGrp="1" noChangeArrowheads="1"/>
          </p:cNvSpPr>
          <p:nvPr>
            <p:ph type="ftr" sz="quarter" idx="11"/>
          </p:nvPr>
        </p:nvSpPr>
        <p:spPr>
          <a:ln/>
        </p:spPr>
        <p:txBody>
          <a:bodyPr/>
          <a:lstStyle>
            <a:lvl1pPr>
              <a:defRPr/>
            </a:lvl1pPr>
          </a:lstStyle>
          <a:p>
            <a:pPr>
              <a:defRPr/>
            </a:pPr>
            <a:endParaRPr lang="en-AU" dirty="0"/>
          </a:p>
        </p:txBody>
      </p:sp>
      <p:sp>
        <p:nvSpPr>
          <p:cNvPr id="7" name="Rectangle 6"/>
          <p:cNvSpPr>
            <a:spLocks noGrp="1" noChangeArrowheads="1"/>
          </p:cNvSpPr>
          <p:nvPr>
            <p:ph type="sldNum" sz="quarter" idx="12"/>
          </p:nvPr>
        </p:nvSpPr>
        <p:spPr>
          <a:ln/>
        </p:spPr>
        <p:txBody>
          <a:bodyPr/>
          <a:lstStyle>
            <a:lvl1pPr>
              <a:defRPr/>
            </a:lvl1pPr>
          </a:lstStyle>
          <a:p>
            <a:pPr>
              <a:defRPr/>
            </a:pPr>
            <a:fld id="{BA3BEABF-3905-4967-992F-0A3A0239B510}" type="slidenum">
              <a:rPr lang="en-AU"/>
              <a:pPr>
                <a:defRPr/>
              </a:pPr>
              <a:t>‹#›</a:t>
            </a:fld>
            <a:endParaRPr lang="en-AU"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609600" y="1600201"/>
            <a:ext cx="109728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AU"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AU" dirty="0"/>
          </a:p>
        </p:txBody>
      </p:sp>
      <p:sp>
        <p:nvSpPr>
          <p:cNvPr id="6" name="Rectangle 6"/>
          <p:cNvSpPr>
            <a:spLocks noGrp="1" noChangeArrowheads="1"/>
          </p:cNvSpPr>
          <p:nvPr>
            <p:ph type="sldNum" sz="quarter" idx="12"/>
          </p:nvPr>
        </p:nvSpPr>
        <p:spPr>
          <a:ln/>
        </p:spPr>
        <p:txBody>
          <a:bodyPr/>
          <a:lstStyle>
            <a:lvl1pPr>
              <a:defRPr/>
            </a:lvl1pPr>
          </a:lstStyle>
          <a:p>
            <a:pPr>
              <a:defRPr/>
            </a:pPr>
            <a:fld id="{D2A828E1-5CE8-43FC-9875-7EB32D9DC9F6}" type="slidenum">
              <a:rPr lang="en-AU"/>
              <a:pPr>
                <a:defRPr/>
              </a:pPr>
              <a:t>‹#›</a:t>
            </a:fld>
            <a:endParaRPr lang="en-AU"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600201"/>
            <a:ext cx="2743200" cy="45259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1600201"/>
            <a:ext cx="80264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AU"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AU" dirty="0"/>
          </a:p>
        </p:txBody>
      </p:sp>
      <p:sp>
        <p:nvSpPr>
          <p:cNvPr id="6" name="Rectangle 6"/>
          <p:cNvSpPr>
            <a:spLocks noGrp="1" noChangeArrowheads="1"/>
          </p:cNvSpPr>
          <p:nvPr>
            <p:ph type="sldNum" sz="quarter" idx="12"/>
          </p:nvPr>
        </p:nvSpPr>
        <p:spPr>
          <a:ln/>
        </p:spPr>
        <p:txBody>
          <a:bodyPr/>
          <a:lstStyle>
            <a:lvl1pPr>
              <a:defRPr/>
            </a:lvl1pPr>
          </a:lstStyle>
          <a:p>
            <a:pPr>
              <a:defRPr/>
            </a:pPr>
            <a:fld id="{C3306096-8DC5-4C75-83E3-7A39F1488DB7}" type="slidenum">
              <a:rPr lang="en-AU"/>
              <a:pPr>
                <a:defRPr/>
              </a:pPr>
              <a:t>‹#›</a:t>
            </a:fld>
            <a:endParaRPr lang="en-AU"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Picture with Caption">
    <p:spTree>
      <p:nvGrpSpPr>
        <p:cNvPr id="1" name=""/>
        <p:cNvGrpSpPr/>
        <p:nvPr/>
      </p:nvGrpSpPr>
      <p:grpSpPr>
        <a:xfrm>
          <a:off x="0" y="0"/>
          <a:ext cx="0" cy="0"/>
          <a:chOff x="0" y="0"/>
          <a:chExt cx="0" cy="0"/>
        </a:xfrm>
      </p:grpSpPr>
      <p:sp>
        <p:nvSpPr>
          <p:cNvPr id="9" name="Slide Number Placeholder 6"/>
          <p:cNvSpPr txBox="1">
            <a:spLocks/>
          </p:cNvSpPr>
          <p:nvPr userDrawn="1"/>
        </p:nvSpPr>
        <p:spPr>
          <a:xfrm>
            <a:off x="10128808" y="6376720"/>
            <a:ext cx="1616253" cy="365125"/>
          </a:xfrm>
          <a:prstGeom prst="rect">
            <a:avLst/>
          </a:prstGeom>
        </p:spPr>
        <p:txBody>
          <a:bodyPr vert="horz" lIns="91440" tIns="45720" rIns="91440" bIns="45720" rtlCol="0" anchor="ctr"/>
          <a:lstStyle>
            <a:defPPr>
              <a:defRPr lang="en-US"/>
            </a:defPPr>
            <a:lvl1pPr marL="0" algn="l" defTabSz="457200" rtl="0" eaLnBrk="1" latinLnBrk="0" hangingPunct="1">
              <a:defRPr sz="2400" kern="1200">
                <a:solidFill>
                  <a:schemeClr val="tx1"/>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14B116A7-1BBE-0246-8B18-68B8A757ECD8}" type="slidenum">
              <a:rPr lang="en-US" sz="2400" smtClean="0">
                <a:solidFill>
                  <a:schemeClr val="bg1">
                    <a:lumMod val="50000"/>
                  </a:schemeClr>
                </a:solidFill>
              </a:rPr>
              <a:pPr algn="r"/>
              <a:t>‹#›</a:t>
            </a:fld>
            <a:endParaRPr lang="en-US" sz="2400" dirty="0">
              <a:solidFill>
                <a:schemeClr val="bg1">
                  <a:lumMod val="50000"/>
                </a:schemeClr>
              </a:solidFill>
            </a:endParaRPr>
          </a:p>
        </p:txBody>
      </p:sp>
      <p:sp>
        <p:nvSpPr>
          <p:cNvPr id="10" name="Picture Placeholder 2"/>
          <p:cNvSpPr>
            <a:spLocks noGrp="1"/>
          </p:cNvSpPr>
          <p:nvPr>
            <p:ph type="pic" idx="1"/>
          </p:nvPr>
        </p:nvSpPr>
        <p:spPr>
          <a:xfrm>
            <a:off x="679260" y="1315159"/>
            <a:ext cx="11051549" cy="5006471"/>
          </a:xfrm>
          <a:prstGeom prst="rect">
            <a:avLst/>
          </a:prstGeom>
        </p:spPr>
        <p:txBody>
          <a:bodyPr/>
          <a:lstStyle>
            <a:lvl1pPr marL="0" indent="0">
              <a:buNone/>
              <a:defRPr sz="32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Text Placeholder 9"/>
          <p:cNvSpPr>
            <a:spLocks noGrp="1"/>
          </p:cNvSpPr>
          <p:nvPr>
            <p:ph type="body" sz="quarter" idx="10" hasCustomPrompt="1"/>
          </p:nvPr>
        </p:nvSpPr>
        <p:spPr>
          <a:xfrm>
            <a:off x="370737" y="217549"/>
            <a:ext cx="6964156" cy="774054"/>
          </a:xfrm>
          <a:prstGeom prst="rect">
            <a:avLst/>
          </a:prstGeom>
        </p:spPr>
        <p:txBody>
          <a:bodyPr vert="horz"/>
          <a:lstStyle>
            <a:lvl1pPr marL="0" indent="0">
              <a:lnSpc>
                <a:spcPct val="90000"/>
              </a:lnSpc>
              <a:buNone/>
              <a:defRPr sz="2400">
                <a:latin typeface="Arial Narrow"/>
                <a:cs typeface="Arial Narrow"/>
              </a:defRPr>
            </a:lvl1pPr>
          </a:lstStyle>
          <a:p>
            <a:pPr lvl="0"/>
            <a:r>
              <a:rPr lang="en-US" sz="2400" dirty="0">
                <a:latin typeface="Arial Narrow"/>
                <a:cs typeface="Arial Narrow"/>
              </a:rPr>
              <a:t>CONTENT PAGE 2</a:t>
            </a:r>
            <a:br>
              <a:rPr lang="en-US" sz="2400" dirty="0">
                <a:latin typeface="Arial Narrow"/>
                <a:cs typeface="Arial Narrow"/>
              </a:rPr>
            </a:br>
            <a:r>
              <a:rPr lang="en-US" sz="2400" dirty="0">
                <a:latin typeface="Arial Narrow"/>
                <a:cs typeface="Arial Narrow"/>
              </a:rPr>
              <a:t>2 LINES (24pt Arial Narrow)</a:t>
            </a:r>
            <a:endParaRPr lang="en-US" dirty="0"/>
          </a:p>
        </p:txBody>
      </p:sp>
    </p:spTree>
    <p:extLst>
      <p:ext uri="{BB962C8B-B14F-4D97-AF65-F5344CB8AC3E}">
        <p14:creationId xmlns:p14="http://schemas.microsoft.com/office/powerpoint/2010/main" val="7015169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AU"/>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864968-E04A-DA4D-A720-FD336524BE21}" type="slidenum">
              <a:rPr lang="en-US" smtClean="0"/>
              <a:t>‹#›</a:t>
            </a:fld>
            <a:endParaRPr lang="en-US" dirty="0"/>
          </a:p>
        </p:txBody>
      </p:sp>
    </p:spTree>
    <p:extLst>
      <p:ext uri="{BB962C8B-B14F-4D97-AF65-F5344CB8AC3E}">
        <p14:creationId xmlns:p14="http://schemas.microsoft.com/office/powerpoint/2010/main" val="3202922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864968-E04A-DA4D-A720-FD336524BE21}" type="slidenum">
              <a:rPr lang="en-US" smtClean="0"/>
              <a:t>‹#›</a:t>
            </a:fld>
            <a:endParaRPr lang="en-US" dirty="0"/>
          </a:p>
        </p:txBody>
      </p:sp>
    </p:spTree>
    <p:extLst>
      <p:ext uri="{BB962C8B-B14F-4D97-AF65-F5344CB8AC3E}">
        <p14:creationId xmlns:p14="http://schemas.microsoft.com/office/powerpoint/2010/main" val="31354587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4500"/>
            </a:lvl1pPr>
          </a:lstStyle>
          <a:p>
            <a:r>
              <a:rPr lang="en-US"/>
              <a:t>Click to edit Master title style</a:t>
            </a:r>
            <a:endParaRPr lang="en-AU"/>
          </a:p>
        </p:txBody>
      </p:sp>
      <p:sp>
        <p:nvSpPr>
          <p:cNvPr id="3" name="Text Placeholder 2"/>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864968-E04A-DA4D-A720-FD336524BE21}" type="slidenum">
              <a:rPr lang="en-US" smtClean="0"/>
              <a:t>‹#›</a:t>
            </a:fld>
            <a:endParaRPr lang="en-US" dirty="0"/>
          </a:p>
        </p:txBody>
      </p:sp>
    </p:spTree>
    <p:extLst>
      <p:ext uri="{BB962C8B-B14F-4D97-AF65-F5344CB8AC3E}">
        <p14:creationId xmlns:p14="http://schemas.microsoft.com/office/powerpoint/2010/main" val="6695546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864968-E04A-DA4D-A720-FD336524BE21}" type="slidenum">
              <a:rPr lang="en-US" smtClean="0"/>
              <a:t>‹#›</a:t>
            </a:fld>
            <a:endParaRPr lang="en-US" dirty="0"/>
          </a:p>
        </p:txBody>
      </p:sp>
    </p:spTree>
    <p:extLst>
      <p:ext uri="{BB962C8B-B14F-4D97-AF65-F5344CB8AC3E}">
        <p14:creationId xmlns:p14="http://schemas.microsoft.com/office/powerpoint/2010/main" val="36569336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endParaRPr lang="en-AU"/>
          </a:p>
        </p:txBody>
      </p:sp>
      <p:sp>
        <p:nvSpPr>
          <p:cNvPr id="3" name="Text Placeholder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864968-E04A-DA4D-A720-FD336524BE21}" type="slidenum">
              <a:rPr lang="en-US" smtClean="0"/>
              <a:t>‹#›</a:t>
            </a:fld>
            <a:endParaRPr lang="en-US" dirty="0"/>
          </a:p>
        </p:txBody>
      </p:sp>
    </p:spTree>
    <p:extLst>
      <p:ext uri="{BB962C8B-B14F-4D97-AF65-F5344CB8AC3E}">
        <p14:creationId xmlns:p14="http://schemas.microsoft.com/office/powerpoint/2010/main" val="31848850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90864968-E04A-DA4D-A720-FD336524BE21}" type="slidenum">
              <a:rPr lang="en-US" smtClean="0"/>
              <a:t>‹#›</a:t>
            </a:fld>
            <a:endParaRPr lang="en-US" dirty="0"/>
          </a:p>
        </p:txBody>
      </p:sp>
    </p:spTree>
    <p:extLst>
      <p:ext uri="{BB962C8B-B14F-4D97-AF65-F5344CB8AC3E}">
        <p14:creationId xmlns:p14="http://schemas.microsoft.com/office/powerpoint/2010/main" val="12968345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864968-E04A-DA4D-A720-FD336524BE21}" type="slidenum">
              <a:rPr lang="en-US" smtClean="0"/>
              <a:t>‹#›</a:t>
            </a:fld>
            <a:endParaRPr lang="en-US" dirty="0"/>
          </a:p>
        </p:txBody>
      </p:sp>
    </p:spTree>
    <p:extLst>
      <p:ext uri="{BB962C8B-B14F-4D97-AF65-F5344CB8AC3E}">
        <p14:creationId xmlns:p14="http://schemas.microsoft.com/office/powerpoint/2010/main" val="242669776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endParaRPr lang="en-AU"/>
          </a:p>
        </p:txBody>
      </p:sp>
      <p:sp>
        <p:nvSpPr>
          <p:cNvPr id="3" name="Content Placeholder 2"/>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864968-E04A-DA4D-A720-FD336524BE21}" type="slidenum">
              <a:rPr lang="en-US" smtClean="0"/>
              <a:t>‹#›</a:t>
            </a:fld>
            <a:endParaRPr lang="en-US" dirty="0"/>
          </a:p>
        </p:txBody>
      </p:sp>
    </p:spTree>
    <p:extLst>
      <p:ext uri="{BB962C8B-B14F-4D97-AF65-F5344CB8AC3E}">
        <p14:creationId xmlns:p14="http://schemas.microsoft.com/office/powerpoint/2010/main" val="122879634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endParaRPr lang="en-AU"/>
          </a:p>
        </p:txBody>
      </p:sp>
      <p:sp>
        <p:nvSpPr>
          <p:cNvPr id="3" name="Picture Placeholder 2"/>
          <p:cNvSpPr>
            <a:spLocks noGrp="1"/>
          </p:cNvSpPr>
          <p:nvPr>
            <p:ph type="pic" idx="1"/>
          </p:nvPr>
        </p:nvSpPr>
        <p:spPr>
          <a:xfrm>
            <a:off x="5183188" y="987427"/>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864968-E04A-DA4D-A720-FD336524BE21}" type="slidenum">
              <a:rPr lang="en-US" smtClean="0"/>
              <a:t>‹#›</a:t>
            </a:fld>
            <a:endParaRPr lang="en-US" dirty="0"/>
          </a:p>
        </p:txBody>
      </p:sp>
    </p:spTree>
    <p:extLst>
      <p:ext uri="{BB962C8B-B14F-4D97-AF65-F5344CB8AC3E}">
        <p14:creationId xmlns:p14="http://schemas.microsoft.com/office/powerpoint/2010/main" val="303827841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864968-E04A-DA4D-A720-FD336524BE21}" type="slidenum">
              <a:rPr lang="en-US" smtClean="0"/>
              <a:t>‹#›</a:t>
            </a:fld>
            <a:endParaRPr lang="en-US" dirty="0"/>
          </a:p>
        </p:txBody>
      </p:sp>
    </p:spTree>
    <p:extLst>
      <p:ext uri="{BB962C8B-B14F-4D97-AF65-F5344CB8AC3E}">
        <p14:creationId xmlns:p14="http://schemas.microsoft.com/office/powerpoint/2010/main" val="310966372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864968-E04A-DA4D-A720-FD336524BE21}" type="slidenum">
              <a:rPr lang="en-US" smtClean="0"/>
              <a:t>‹#›</a:t>
            </a:fld>
            <a:endParaRPr lang="en-US" dirty="0"/>
          </a:p>
        </p:txBody>
      </p:sp>
    </p:spTree>
    <p:extLst>
      <p:ext uri="{BB962C8B-B14F-4D97-AF65-F5344CB8AC3E}">
        <p14:creationId xmlns:p14="http://schemas.microsoft.com/office/powerpoint/2010/main" val="249214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65720" y="2130426"/>
            <a:ext cx="7136320" cy="1470025"/>
          </a:xfrm>
          <a:prstGeom prst="rect">
            <a:avLst/>
          </a:prstGeom>
        </p:spPr>
        <p:txBody>
          <a:bodyPr anchor="ctr"/>
          <a:lstStyle>
            <a:lvl1pPr algn="l">
              <a:defRPr sz="3000" baseline="0">
                <a:latin typeface="Arial Narrow"/>
                <a:cs typeface="Arial Narrow"/>
              </a:defRPr>
            </a:lvl1pPr>
          </a:lstStyle>
          <a:p>
            <a:r>
              <a:rPr lang="en-AU" dirty="0"/>
              <a:t>TITLE PAGE (30pt Arial Narrow)</a:t>
            </a:r>
            <a:endParaRPr lang="en-US" dirty="0"/>
          </a:p>
        </p:txBody>
      </p:sp>
      <p:sp>
        <p:nvSpPr>
          <p:cNvPr id="3" name="Subtitle 2"/>
          <p:cNvSpPr>
            <a:spLocks noGrp="1"/>
          </p:cNvSpPr>
          <p:nvPr>
            <p:ph type="subTitle" idx="1" hasCustomPrompt="1"/>
          </p:nvPr>
        </p:nvSpPr>
        <p:spPr>
          <a:xfrm>
            <a:off x="365720" y="3613924"/>
            <a:ext cx="7136320" cy="633181"/>
          </a:xfrm>
          <a:prstGeom prst="rect">
            <a:avLst/>
          </a:prstGeom>
        </p:spPr>
        <p:txBody>
          <a:bodyPr anchor="ctr"/>
          <a:lstStyle>
            <a:lvl1pPr marL="0" indent="0" algn="l">
              <a:buNone/>
              <a:defRPr sz="1800">
                <a:solidFill>
                  <a:schemeClr val="bg1">
                    <a:lumMod val="50000"/>
                  </a:schemeClr>
                </a:solidFill>
                <a:latin typeface="Arial Narrow"/>
                <a:cs typeface="Arial Narrow"/>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AU" dirty="0"/>
              <a:t>SUB HEADLINE / PRESENTER (18pt Arial Narrow)</a:t>
            </a:r>
            <a:endParaRPr lang="en-US" dirty="0"/>
          </a:p>
        </p:txBody>
      </p:sp>
    </p:spTree>
    <p:extLst>
      <p:ext uri="{BB962C8B-B14F-4D97-AF65-F5344CB8AC3E}">
        <p14:creationId xmlns:p14="http://schemas.microsoft.com/office/powerpoint/2010/main" val="192163706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843865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Title 1"/>
          <p:cNvSpPr>
            <a:spLocks noGrp="1"/>
          </p:cNvSpPr>
          <p:nvPr>
            <p:ph type="ctrTitle" hasCustomPrompt="1"/>
          </p:nvPr>
        </p:nvSpPr>
        <p:spPr>
          <a:xfrm>
            <a:off x="365720" y="2130426"/>
            <a:ext cx="7136320" cy="1470025"/>
          </a:xfrm>
          <a:prstGeom prst="rect">
            <a:avLst/>
          </a:prstGeom>
        </p:spPr>
        <p:txBody>
          <a:bodyPr anchor="ctr"/>
          <a:lstStyle>
            <a:lvl1pPr algn="l">
              <a:defRPr sz="3000" baseline="0">
                <a:solidFill>
                  <a:schemeClr val="bg1"/>
                </a:solidFill>
                <a:latin typeface="Arial Narrow"/>
                <a:cs typeface="Arial Narrow"/>
              </a:defRPr>
            </a:lvl1pPr>
          </a:lstStyle>
          <a:p>
            <a:r>
              <a:rPr lang="en-AU" dirty="0"/>
              <a:t>TITLE PAGE (30pt Arial Narrow)</a:t>
            </a:r>
            <a:endParaRPr lang="en-US" dirty="0"/>
          </a:p>
        </p:txBody>
      </p:sp>
      <p:sp>
        <p:nvSpPr>
          <p:cNvPr id="7" name="Subtitle 2"/>
          <p:cNvSpPr>
            <a:spLocks noGrp="1"/>
          </p:cNvSpPr>
          <p:nvPr>
            <p:ph type="subTitle" idx="1" hasCustomPrompt="1"/>
          </p:nvPr>
        </p:nvSpPr>
        <p:spPr>
          <a:xfrm>
            <a:off x="365720" y="3613924"/>
            <a:ext cx="7136320" cy="633181"/>
          </a:xfrm>
          <a:prstGeom prst="rect">
            <a:avLst/>
          </a:prstGeom>
        </p:spPr>
        <p:txBody>
          <a:bodyPr anchor="ctr"/>
          <a:lstStyle>
            <a:lvl1pPr marL="0" indent="0" algn="l">
              <a:buNone/>
              <a:defRPr sz="1800">
                <a:solidFill>
                  <a:schemeClr val="bg1"/>
                </a:solidFill>
                <a:latin typeface="Arial Narrow"/>
                <a:cs typeface="Arial Narrow"/>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AU" dirty="0"/>
              <a:t>SUB HEADLINE / PRESENTER (18pt Arial Narrow)</a:t>
            </a:r>
            <a:endParaRPr lang="en-US" dirty="0"/>
          </a:p>
        </p:txBody>
      </p:sp>
    </p:spTree>
    <p:extLst>
      <p:ext uri="{BB962C8B-B14F-4D97-AF65-F5344CB8AC3E}">
        <p14:creationId xmlns:p14="http://schemas.microsoft.com/office/powerpoint/2010/main" val="307326345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380889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609600" y="141897"/>
            <a:ext cx="10972800" cy="510825"/>
          </a:xfrm>
          <a:prstGeom prst="rect">
            <a:avLst/>
          </a:prstGeom>
        </p:spPr>
        <p:txBody>
          <a:bodyPr/>
          <a:lstStyle>
            <a:lvl1pPr algn="l">
              <a:defRPr sz="2400">
                <a:latin typeface="Arial Narrow"/>
                <a:cs typeface="Arial Narrow"/>
              </a:defRPr>
            </a:lvl1pPr>
          </a:lstStyle>
          <a:p>
            <a:r>
              <a:rPr lang="en-AU" dirty="0"/>
              <a:t>CLICK TO EDIT MASTER TITLE STYLE</a:t>
            </a:r>
            <a:endParaRPr lang="en-US" dirty="0"/>
          </a:p>
        </p:txBody>
      </p:sp>
      <p:sp>
        <p:nvSpPr>
          <p:cNvPr id="5" name="Slide Number Placeholder 6"/>
          <p:cNvSpPr txBox="1">
            <a:spLocks/>
          </p:cNvSpPr>
          <p:nvPr userDrawn="1"/>
        </p:nvSpPr>
        <p:spPr>
          <a:xfrm>
            <a:off x="5435847" y="6356351"/>
            <a:ext cx="1320307" cy="365125"/>
          </a:xfrm>
          <a:prstGeom prst="rect">
            <a:avLst/>
          </a:prstGeom>
        </p:spPr>
        <p:txBody>
          <a:bodyPr vert="horz" lIns="91440" tIns="45720" rIns="91440" bIns="45720" rtlCol="0" anchor="ctr"/>
          <a:lstStyle>
            <a:defPPr>
              <a:defRPr lang="en-US"/>
            </a:defPPr>
            <a:lvl1pPr marL="0" algn="l" defTabSz="457200" rtl="0" eaLnBrk="1" latinLnBrk="0" hangingPunct="1">
              <a:defRPr sz="2400" kern="1200">
                <a:solidFill>
                  <a:schemeClr val="tx1"/>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14B116A7-1BBE-0246-8B18-68B8A757ECD8}" type="slidenum">
              <a:rPr lang="en-US" sz="2400" smtClean="0"/>
              <a:pPr algn="ctr"/>
              <a:t>‹#›</a:t>
            </a:fld>
            <a:endParaRPr lang="en-US" sz="2400" dirty="0"/>
          </a:p>
        </p:txBody>
      </p:sp>
      <p:sp>
        <p:nvSpPr>
          <p:cNvPr id="3" name="TextBox 2"/>
          <p:cNvSpPr txBox="1"/>
          <p:nvPr userDrawn="1"/>
        </p:nvSpPr>
        <p:spPr>
          <a:xfrm>
            <a:off x="10739779" y="6384730"/>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62383627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609600" y="141897"/>
            <a:ext cx="10972800" cy="510825"/>
          </a:xfrm>
          <a:prstGeom prst="rect">
            <a:avLst/>
          </a:prstGeom>
        </p:spPr>
        <p:txBody>
          <a:bodyPr/>
          <a:lstStyle>
            <a:lvl1pPr algn="l">
              <a:defRPr sz="2400">
                <a:latin typeface="Arial Narrow"/>
                <a:cs typeface="Arial Narrow"/>
              </a:defRPr>
            </a:lvl1pPr>
          </a:lstStyle>
          <a:p>
            <a:r>
              <a:rPr lang="en-AU" dirty="0"/>
              <a:t>CLICK TO EDIT MASTER TITLE STYLE</a:t>
            </a:r>
            <a:endParaRPr lang="en-US" dirty="0"/>
          </a:p>
        </p:txBody>
      </p:sp>
      <p:sp>
        <p:nvSpPr>
          <p:cNvPr id="12" name="Content Placeholder 2"/>
          <p:cNvSpPr>
            <a:spLocks noGrp="1"/>
          </p:cNvSpPr>
          <p:nvPr>
            <p:ph sz="half" idx="1"/>
          </p:nvPr>
        </p:nvSpPr>
        <p:spPr>
          <a:xfrm>
            <a:off x="609599" y="1231261"/>
            <a:ext cx="11092828" cy="4525963"/>
          </a:xfrm>
          <a:prstGeom prst="rect">
            <a:avLst/>
          </a:prstGeom>
        </p:spPr>
        <p:txBody>
          <a:bodyPr/>
          <a:lstStyle>
            <a:lvl1pPr marL="342900" indent="-342900">
              <a:buFont typeface="Wingdings" charset="2"/>
              <a:buChar char="§"/>
              <a:defRPr sz="2400">
                <a:latin typeface="Arial"/>
                <a:cs typeface="Arial"/>
              </a:defRPr>
            </a:lvl1pPr>
            <a:lvl2pPr>
              <a:defRPr sz="2000">
                <a:latin typeface="Arial"/>
                <a:cs typeface="Arial"/>
              </a:defRPr>
            </a:lvl2pPr>
            <a:lvl3pPr marL="1143000" indent="-228600">
              <a:buFont typeface="Wingdings" charset="2"/>
              <a:buChar char="§"/>
              <a:defRPr sz="1800">
                <a:latin typeface="Arial"/>
                <a:cs typeface="Arial"/>
              </a:defRPr>
            </a:lvl3pPr>
            <a:lvl4pPr>
              <a:defRPr sz="1600">
                <a:latin typeface="Arial"/>
                <a:cs typeface="Arial"/>
              </a:defRPr>
            </a:lvl4pPr>
            <a:lvl5pPr>
              <a:defRPr sz="1800">
                <a:latin typeface="Arial"/>
                <a:cs typeface="Arial"/>
              </a:defRPr>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p:txBody>
      </p:sp>
      <p:sp>
        <p:nvSpPr>
          <p:cNvPr id="8" name="Slide Number Placeholder 6"/>
          <p:cNvSpPr txBox="1">
            <a:spLocks/>
          </p:cNvSpPr>
          <p:nvPr userDrawn="1"/>
        </p:nvSpPr>
        <p:spPr>
          <a:xfrm>
            <a:off x="5435847" y="6356351"/>
            <a:ext cx="1320307" cy="365125"/>
          </a:xfrm>
          <a:prstGeom prst="rect">
            <a:avLst/>
          </a:prstGeom>
        </p:spPr>
        <p:txBody>
          <a:bodyPr vert="horz" lIns="91440" tIns="45720" rIns="91440" bIns="45720" rtlCol="0" anchor="ctr"/>
          <a:lstStyle>
            <a:defPPr>
              <a:defRPr lang="en-US"/>
            </a:defPPr>
            <a:lvl1pPr marL="0" algn="l" defTabSz="457200" rtl="0" eaLnBrk="1" latinLnBrk="0" hangingPunct="1">
              <a:defRPr sz="2400" kern="1200">
                <a:solidFill>
                  <a:schemeClr val="tx1"/>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14B116A7-1BBE-0246-8B18-68B8A757ECD8}" type="slidenum">
              <a:rPr lang="en-US" sz="2400" smtClean="0"/>
              <a:pPr algn="ctr"/>
              <a:t>‹#›</a:t>
            </a:fld>
            <a:endParaRPr lang="en-US" sz="2400" dirty="0"/>
          </a:p>
        </p:txBody>
      </p:sp>
    </p:spTree>
    <p:extLst>
      <p:ext uri="{BB962C8B-B14F-4D97-AF65-F5344CB8AC3E}">
        <p14:creationId xmlns:p14="http://schemas.microsoft.com/office/powerpoint/2010/main" val="58641340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141897"/>
            <a:ext cx="10972800" cy="510825"/>
          </a:xfrm>
          <a:prstGeom prst="rect">
            <a:avLst/>
          </a:prstGeom>
        </p:spPr>
        <p:txBody>
          <a:bodyPr/>
          <a:lstStyle>
            <a:lvl1pPr algn="l">
              <a:defRPr sz="2400">
                <a:latin typeface="Arial Narrow"/>
                <a:cs typeface="Arial Narrow"/>
              </a:defRPr>
            </a:lvl1pPr>
          </a:lstStyle>
          <a:p>
            <a:r>
              <a:rPr lang="en-AU" dirty="0"/>
              <a:t>CLICK TO EDIT MASTER TITLE STYLE</a:t>
            </a:r>
            <a:endParaRPr lang="en-US" dirty="0"/>
          </a:p>
        </p:txBody>
      </p:sp>
      <p:sp>
        <p:nvSpPr>
          <p:cNvPr id="3" name="Content Placeholder 2"/>
          <p:cNvSpPr>
            <a:spLocks noGrp="1"/>
          </p:cNvSpPr>
          <p:nvPr>
            <p:ph sz="half" idx="1"/>
          </p:nvPr>
        </p:nvSpPr>
        <p:spPr>
          <a:xfrm>
            <a:off x="609600" y="1231261"/>
            <a:ext cx="5384800" cy="4525963"/>
          </a:xfrm>
          <a:prstGeom prst="rect">
            <a:avLst/>
          </a:prstGeom>
        </p:spPr>
        <p:txBody>
          <a:bodyPr/>
          <a:lstStyle>
            <a:lvl1pPr marL="342900" indent="-342900">
              <a:buFont typeface="Wingdings" charset="2"/>
              <a:buChar char="§"/>
              <a:defRPr sz="2400">
                <a:latin typeface="Arial"/>
                <a:cs typeface="Arial"/>
              </a:defRPr>
            </a:lvl1pPr>
            <a:lvl2pPr>
              <a:defRPr sz="2000">
                <a:latin typeface="Arial"/>
                <a:cs typeface="Arial"/>
              </a:defRPr>
            </a:lvl2pPr>
            <a:lvl3pPr marL="1143000" indent="-228600">
              <a:buFont typeface="Wingdings" charset="2"/>
              <a:buChar char="§"/>
              <a:defRPr sz="1800">
                <a:latin typeface="Arial"/>
                <a:cs typeface="Arial"/>
              </a:defRPr>
            </a:lvl3pPr>
            <a:lvl4pPr>
              <a:defRPr sz="1600">
                <a:latin typeface="Arial"/>
                <a:cs typeface="Arial"/>
              </a:defRPr>
            </a:lvl4pPr>
            <a:lvl5pPr>
              <a:defRPr sz="1800">
                <a:latin typeface="Arial"/>
                <a:cs typeface="Arial"/>
              </a:defRPr>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p:txBody>
      </p:sp>
      <p:sp>
        <p:nvSpPr>
          <p:cNvPr id="4" name="Content Placeholder 3"/>
          <p:cNvSpPr>
            <a:spLocks noGrp="1"/>
          </p:cNvSpPr>
          <p:nvPr>
            <p:ph sz="half" idx="2"/>
          </p:nvPr>
        </p:nvSpPr>
        <p:spPr>
          <a:xfrm>
            <a:off x="6197600" y="1231261"/>
            <a:ext cx="5384800" cy="4525963"/>
          </a:xfrm>
          <a:prstGeom prst="rect">
            <a:avLst/>
          </a:prstGeom>
        </p:spPr>
        <p:txBody>
          <a:bodyPr/>
          <a:lstStyle>
            <a:lvl1pPr marL="342900" indent="-342900">
              <a:buFont typeface="Wingdings" charset="2"/>
              <a:buChar char="§"/>
              <a:defRPr sz="2400">
                <a:latin typeface="Arial"/>
                <a:cs typeface="Arial"/>
              </a:defRPr>
            </a:lvl1pPr>
            <a:lvl2pPr>
              <a:defRPr sz="2000">
                <a:latin typeface="Arial"/>
                <a:cs typeface="Arial"/>
              </a:defRPr>
            </a:lvl2pPr>
            <a:lvl3pPr marL="1143000" indent="-228600">
              <a:buFont typeface="Wingdings" charset="2"/>
              <a:buChar char="§"/>
              <a:defRPr sz="1800">
                <a:latin typeface="Arial"/>
                <a:cs typeface="Arial"/>
              </a:defRPr>
            </a:lvl3pPr>
            <a:lvl4pPr>
              <a:defRPr sz="1600">
                <a:latin typeface="Arial"/>
                <a:cs typeface="Arial"/>
              </a:defRPr>
            </a:lvl4pPr>
            <a:lvl5pPr>
              <a:defRPr sz="1800">
                <a:latin typeface="Arial"/>
                <a:cs typeface="Arial"/>
              </a:defRPr>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p:txBody>
      </p:sp>
      <p:sp>
        <p:nvSpPr>
          <p:cNvPr id="7" name="Slide Number Placeholder 6"/>
          <p:cNvSpPr txBox="1">
            <a:spLocks/>
          </p:cNvSpPr>
          <p:nvPr userDrawn="1"/>
        </p:nvSpPr>
        <p:spPr>
          <a:xfrm>
            <a:off x="5435847" y="6356351"/>
            <a:ext cx="1320307" cy="365125"/>
          </a:xfrm>
          <a:prstGeom prst="rect">
            <a:avLst/>
          </a:prstGeom>
        </p:spPr>
        <p:txBody>
          <a:bodyPr vert="horz" lIns="91440" tIns="45720" rIns="91440" bIns="45720" rtlCol="0" anchor="ctr"/>
          <a:lstStyle>
            <a:defPPr>
              <a:defRPr lang="en-US"/>
            </a:defPPr>
            <a:lvl1pPr marL="0" algn="l" defTabSz="457200" rtl="0" eaLnBrk="1" latinLnBrk="0" hangingPunct="1">
              <a:defRPr sz="2400" kern="1200">
                <a:solidFill>
                  <a:schemeClr val="tx1"/>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14B116A7-1BBE-0246-8B18-68B8A757ECD8}" type="slidenum">
              <a:rPr lang="en-US" sz="2400" smtClean="0"/>
              <a:pPr algn="ctr"/>
              <a:t>‹#›</a:t>
            </a:fld>
            <a:endParaRPr lang="en-US" sz="2400" dirty="0"/>
          </a:p>
        </p:txBody>
      </p:sp>
    </p:spTree>
    <p:extLst>
      <p:ext uri="{BB962C8B-B14F-4D97-AF65-F5344CB8AC3E}">
        <p14:creationId xmlns:p14="http://schemas.microsoft.com/office/powerpoint/2010/main" val="10463200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_Text &amp; diagram">
    <p:spTree>
      <p:nvGrpSpPr>
        <p:cNvPr id="1" name=""/>
        <p:cNvGrpSpPr/>
        <p:nvPr/>
      </p:nvGrpSpPr>
      <p:grpSpPr>
        <a:xfrm>
          <a:off x="0" y="0"/>
          <a:ext cx="0" cy="0"/>
          <a:chOff x="0" y="0"/>
          <a:chExt cx="0" cy="0"/>
        </a:xfrm>
      </p:grpSpPr>
      <p:sp>
        <p:nvSpPr>
          <p:cNvPr id="10" name="Picture Placeholder 2"/>
          <p:cNvSpPr>
            <a:spLocks noGrp="1"/>
          </p:cNvSpPr>
          <p:nvPr>
            <p:ph type="pic" idx="15"/>
          </p:nvPr>
        </p:nvSpPr>
        <p:spPr>
          <a:xfrm>
            <a:off x="4381704" y="1088126"/>
            <a:ext cx="7349104" cy="4743791"/>
          </a:xfrm>
          <a:prstGeom prst="rect">
            <a:avLst/>
          </a:prstGeom>
        </p:spPr>
        <p:txBody>
          <a:bodyPr/>
          <a:lstStyle>
            <a:lvl1pPr marL="0" indent="0">
              <a:buNone/>
              <a:defRPr sz="32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hasCustomPrompt="1"/>
          </p:nvPr>
        </p:nvSpPr>
        <p:spPr>
          <a:xfrm>
            <a:off x="609600" y="141897"/>
            <a:ext cx="10972800" cy="510825"/>
          </a:xfrm>
          <a:prstGeom prst="rect">
            <a:avLst/>
          </a:prstGeom>
        </p:spPr>
        <p:txBody>
          <a:bodyPr/>
          <a:lstStyle>
            <a:lvl1pPr algn="l">
              <a:defRPr sz="2400">
                <a:latin typeface="Arial Narrow"/>
                <a:cs typeface="Arial Narrow"/>
              </a:defRPr>
            </a:lvl1pPr>
          </a:lstStyle>
          <a:p>
            <a:r>
              <a:rPr lang="en-AU" dirty="0"/>
              <a:t>CLICK TO EDIT MASTER TITLE STYLE</a:t>
            </a:r>
            <a:endParaRPr lang="en-US" dirty="0"/>
          </a:p>
        </p:txBody>
      </p:sp>
      <p:sp>
        <p:nvSpPr>
          <p:cNvPr id="9" name="Content Placeholder 2"/>
          <p:cNvSpPr>
            <a:spLocks noGrp="1"/>
          </p:cNvSpPr>
          <p:nvPr>
            <p:ph idx="14"/>
          </p:nvPr>
        </p:nvSpPr>
        <p:spPr>
          <a:xfrm>
            <a:off x="609600" y="1088126"/>
            <a:ext cx="3312888" cy="4743791"/>
          </a:xfrm>
          <a:prstGeom prst="rect">
            <a:avLst/>
          </a:prstGeom>
        </p:spPr>
        <p:txBody>
          <a:bodyPr/>
          <a:lstStyle>
            <a:lvl1pPr marL="342900" indent="-342900">
              <a:buFont typeface="Wingdings" charset="2"/>
              <a:buChar char="§"/>
              <a:defRPr sz="2400">
                <a:latin typeface="Arial"/>
                <a:cs typeface="Arial"/>
              </a:defRPr>
            </a:lvl1pPr>
            <a:lvl2pPr>
              <a:defRPr sz="2000"/>
            </a:lvl2pPr>
            <a:lvl3pPr marL="1143000" indent="-228600">
              <a:buFont typeface="Wingdings" charset="2"/>
              <a:buChar char="§"/>
              <a:defRPr sz="1800"/>
            </a:lvl3pPr>
            <a:lvl4pPr>
              <a:defRPr sz="1600"/>
            </a:lvl4pPr>
          </a:lstStyle>
          <a:p>
            <a:pPr lvl="0"/>
            <a:r>
              <a:rPr lang="en-US"/>
              <a:t>Edit Master text styles</a:t>
            </a:r>
          </a:p>
          <a:p>
            <a:pPr lvl="1"/>
            <a:r>
              <a:rPr lang="en-US"/>
              <a:t>Second level</a:t>
            </a:r>
          </a:p>
          <a:p>
            <a:pPr lvl="2"/>
            <a:r>
              <a:rPr lang="en-US"/>
              <a:t>Third level</a:t>
            </a:r>
          </a:p>
          <a:p>
            <a:pPr lvl="3"/>
            <a:r>
              <a:rPr lang="en-US"/>
              <a:t>Fourth level</a:t>
            </a:r>
          </a:p>
        </p:txBody>
      </p:sp>
      <p:sp>
        <p:nvSpPr>
          <p:cNvPr id="7" name="Slide Number Placeholder 6"/>
          <p:cNvSpPr txBox="1">
            <a:spLocks/>
          </p:cNvSpPr>
          <p:nvPr userDrawn="1"/>
        </p:nvSpPr>
        <p:spPr>
          <a:xfrm>
            <a:off x="5435847" y="6356351"/>
            <a:ext cx="1320307" cy="365125"/>
          </a:xfrm>
          <a:prstGeom prst="rect">
            <a:avLst/>
          </a:prstGeom>
        </p:spPr>
        <p:txBody>
          <a:bodyPr vert="horz" lIns="91440" tIns="45720" rIns="91440" bIns="45720" rtlCol="0" anchor="ctr"/>
          <a:lstStyle>
            <a:defPPr>
              <a:defRPr lang="en-US"/>
            </a:defPPr>
            <a:lvl1pPr marL="0" algn="l" defTabSz="457200" rtl="0" eaLnBrk="1" latinLnBrk="0" hangingPunct="1">
              <a:defRPr sz="2400" kern="1200">
                <a:solidFill>
                  <a:schemeClr val="tx1"/>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14B116A7-1BBE-0246-8B18-68B8A757ECD8}" type="slidenum">
              <a:rPr lang="en-US" sz="2400" smtClean="0"/>
              <a:pPr algn="ctr"/>
              <a:t>‹#›</a:t>
            </a:fld>
            <a:endParaRPr lang="en-US" sz="2400" dirty="0"/>
          </a:p>
        </p:txBody>
      </p:sp>
    </p:spTree>
    <p:extLst>
      <p:ext uri="{BB962C8B-B14F-4D97-AF65-F5344CB8AC3E}">
        <p14:creationId xmlns:p14="http://schemas.microsoft.com/office/powerpoint/2010/main" val="335573586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1" name="Picture Placeholder 2"/>
          <p:cNvSpPr>
            <a:spLocks noGrp="1"/>
          </p:cNvSpPr>
          <p:nvPr>
            <p:ph type="pic" idx="1"/>
          </p:nvPr>
        </p:nvSpPr>
        <p:spPr>
          <a:xfrm>
            <a:off x="679260" y="1031359"/>
            <a:ext cx="11051549" cy="4871506"/>
          </a:xfrm>
          <a:prstGeom prst="rect">
            <a:avLst/>
          </a:prstGeom>
        </p:spPr>
        <p:txBody>
          <a:bodyPr/>
          <a:lstStyle>
            <a:lvl1pPr marL="0" indent="0">
              <a:buNone/>
              <a:defRPr sz="32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3" name="Title 2"/>
          <p:cNvSpPr>
            <a:spLocks noGrp="1"/>
          </p:cNvSpPr>
          <p:nvPr>
            <p:ph type="title" hasCustomPrompt="1"/>
          </p:nvPr>
        </p:nvSpPr>
        <p:spPr>
          <a:xfrm>
            <a:off x="620809" y="141897"/>
            <a:ext cx="11110000" cy="487491"/>
          </a:xfrm>
          <a:prstGeom prst="rect">
            <a:avLst/>
          </a:prstGeom>
        </p:spPr>
        <p:txBody>
          <a:bodyPr/>
          <a:lstStyle>
            <a:lvl1pPr algn="l">
              <a:defRPr sz="2400">
                <a:latin typeface="Arial Narrow" charset="0"/>
                <a:ea typeface="Arial Narrow" charset="0"/>
                <a:cs typeface="Arial Narrow" charset="0"/>
              </a:defRPr>
            </a:lvl1pPr>
          </a:lstStyle>
          <a:p>
            <a:r>
              <a:rPr lang="en-AU" dirty="0"/>
              <a:t>CLICK TO EDIT MASTER TITLE STYLE</a:t>
            </a:r>
            <a:endParaRPr lang="en-US" dirty="0"/>
          </a:p>
        </p:txBody>
      </p:sp>
      <p:sp>
        <p:nvSpPr>
          <p:cNvPr id="6" name="Slide Number Placeholder 6"/>
          <p:cNvSpPr txBox="1">
            <a:spLocks/>
          </p:cNvSpPr>
          <p:nvPr userDrawn="1"/>
        </p:nvSpPr>
        <p:spPr>
          <a:xfrm>
            <a:off x="5435847" y="6356351"/>
            <a:ext cx="1320307" cy="365125"/>
          </a:xfrm>
          <a:prstGeom prst="rect">
            <a:avLst/>
          </a:prstGeom>
        </p:spPr>
        <p:txBody>
          <a:bodyPr vert="horz" lIns="91440" tIns="45720" rIns="91440" bIns="45720" rtlCol="0" anchor="ctr"/>
          <a:lstStyle>
            <a:defPPr>
              <a:defRPr lang="en-US"/>
            </a:defPPr>
            <a:lvl1pPr marL="0" algn="l" defTabSz="457200" rtl="0" eaLnBrk="1" latinLnBrk="0" hangingPunct="1">
              <a:defRPr sz="2400" kern="1200">
                <a:solidFill>
                  <a:schemeClr val="tx1"/>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14B116A7-1BBE-0246-8B18-68B8A757ECD8}" type="slidenum">
              <a:rPr lang="en-US" sz="2400" smtClean="0"/>
              <a:pPr algn="ctr"/>
              <a:t>‹#›</a:t>
            </a:fld>
            <a:endParaRPr lang="en-US" sz="2400" dirty="0"/>
          </a:p>
        </p:txBody>
      </p:sp>
    </p:spTree>
    <p:extLst>
      <p:ext uri="{BB962C8B-B14F-4D97-AF65-F5344CB8AC3E}">
        <p14:creationId xmlns:p14="http://schemas.microsoft.com/office/powerpoint/2010/main" val="412801582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912284" y="944564"/>
            <a:ext cx="10936816" cy="604837"/>
          </a:xfrm>
          <a:prstGeom prst="rect">
            <a:avLst/>
          </a:prstGeom>
        </p:spPr>
        <p:txBody>
          <a:bodyPr/>
          <a:lstStyle/>
          <a:p>
            <a:r>
              <a:rPr lang="en-US"/>
              <a:t>Click to edit Master title style</a:t>
            </a:r>
            <a:endParaRPr lang="en-MY"/>
          </a:p>
        </p:txBody>
      </p:sp>
      <p:sp>
        <p:nvSpPr>
          <p:cNvPr id="3" name="Rectangle 3"/>
          <p:cNvSpPr>
            <a:spLocks noGrp="1" noChangeArrowheads="1"/>
          </p:cNvSpPr>
          <p:nvPr>
            <p:ph type="dt" idx="10"/>
          </p:nvPr>
        </p:nvSpPr>
        <p:spPr>
          <a:xfrm>
            <a:off x="9793818" y="6542088"/>
            <a:ext cx="1587500" cy="138112"/>
          </a:xfrm>
          <a:prstGeom prst="rect">
            <a:avLst/>
          </a:prstGeom>
          <a:ln/>
        </p:spPr>
        <p:txBody>
          <a:bodyPr/>
          <a:lstStyle>
            <a:lvl1pPr>
              <a:defRPr/>
            </a:lvl1pPr>
          </a:lstStyle>
          <a:p>
            <a:pPr>
              <a:defRPr/>
            </a:pPr>
            <a:endParaRPr lang="en-AU" altLang="en-US"/>
          </a:p>
        </p:txBody>
      </p:sp>
      <p:sp>
        <p:nvSpPr>
          <p:cNvPr id="4" name="Rectangle 4"/>
          <p:cNvSpPr>
            <a:spLocks noGrp="1" noChangeArrowheads="1"/>
          </p:cNvSpPr>
          <p:nvPr>
            <p:ph type="ftr" idx="11"/>
          </p:nvPr>
        </p:nvSpPr>
        <p:spPr>
          <a:xfrm>
            <a:off x="4165600" y="6356351"/>
            <a:ext cx="3860800" cy="365125"/>
          </a:xfrm>
          <a:prstGeom prst="rect">
            <a:avLst/>
          </a:prstGeom>
          <a:ln/>
        </p:spPr>
        <p:txBody>
          <a:bodyPr/>
          <a:lstStyle>
            <a:lvl1pPr>
              <a:defRPr/>
            </a:lvl1pPr>
          </a:lstStyle>
          <a:p>
            <a:pPr>
              <a:defRPr/>
            </a:pPr>
            <a:endParaRPr lang="en-AU" altLang="en-US"/>
          </a:p>
        </p:txBody>
      </p:sp>
      <p:sp>
        <p:nvSpPr>
          <p:cNvPr id="5" name="Rectangle 5"/>
          <p:cNvSpPr>
            <a:spLocks noGrp="1" noChangeArrowheads="1"/>
          </p:cNvSpPr>
          <p:nvPr>
            <p:ph type="sldNum" idx="12"/>
          </p:nvPr>
        </p:nvSpPr>
        <p:spPr>
          <a:ln/>
        </p:spPr>
        <p:txBody>
          <a:bodyPr/>
          <a:lstStyle>
            <a:lvl1pPr>
              <a:defRPr/>
            </a:lvl1pPr>
          </a:lstStyle>
          <a:p>
            <a:fld id="{6BC81E26-17D9-47C5-A402-BC342BFCF728}" type="slidenum">
              <a:rPr lang="en-AU" altLang="en-US"/>
              <a:pPr/>
              <a:t>‹#›</a:t>
            </a:fld>
            <a:endParaRPr lang="en-AU" altLang="en-US"/>
          </a:p>
        </p:txBody>
      </p:sp>
    </p:spTree>
    <p:extLst>
      <p:ext uri="{BB962C8B-B14F-4D97-AF65-F5344CB8AC3E}">
        <p14:creationId xmlns:p14="http://schemas.microsoft.com/office/powerpoint/2010/main" val="303722267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ection Break 2">
    <p:spTree>
      <p:nvGrpSpPr>
        <p:cNvPr id="1" name=""/>
        <p:cNvGrpSpPr/>
        <p:nvPr/>
      </p:nvGrpSpPr>
      <p:grpSpPr>
        <a:xfrm>
          <a:off x="0" y="0"/>
          <a:ext cx="0" cy="0"/>
          <a:chOff x="0" y="0"/>
          <a:chExt cx="0" cy="0"/>
        </a:xfrm>
      </p:grpSpPr>
      <p:sp>
        <p:nvSpPr>
          <p:cNvPr id="6" name="Title 1"/>
          <p:cNvSpPr>
            <a:spLocks noGrp="1"/>
          </p:cNvSpPr>
          <p:nvPr>
            <p:ph type="ctrTitle" hasCustomPrompt="1"/>
          </p:nvPr>
        </p:nvSpPr>
        <p:spPr>
          <a:xfrm>
            <a:off x="377993" y="2362515"/>
            <a:ext cx="7325545" cy="1470025"/>
          </a:xfrm>
          <a:prstGeom prst="rect">
            <a:avLst/>
          </a:prstGeom>
        </p:spPr>
        <p:txBody>
          <a:bodyPr anchor="ctr"/>
          <a:lstStyle>
            <a:lvl1pPr algn="l">
              <a:defRPr sz="2800">
                <a:latin typeface="Arial Narrow"/>
                <a:cs typeface="Arial Narrow"/>
              </a:defRPr>
            </a:lvl1pPr>
          </a:lstStyle>
          <a:p>
            <a:r>
              <a:rPr lang="en-US" sz="3000" dirty="0">
                <a:solidFill>
                  <a:srgbClr val="000000"/>
                </a:solidFill>
                <a:latin typeface="Arial Narrow"/>
                <a:cs typeface="Arial Narrow"/>
              </a:rPr>
              <a:t>SECTION BREAK 2 </a:t>
            </a:r>
            <a:br>
              <a:rPr lang="en-US" sz="3000" dirty="0">
                <a:solidFill>
                  <a:srgbClr val="000000"/>
                </a:solidFill>
                <a:latin typeface="Arial Narrow"/>
                <a:cs typeface="Arial Narrow"/>
              </a:rPr>
            </a:br>
            <a:r>
              <a:rPr lang="en-US" sz="3000" dirty="0">
                <a:solidFill>
                  <a:srgbClr val="000000"/>
                </a:solidFill>
                <a:latin typeface="Arial Narrow"/>
                <a:cs typeface="Arial Narrow"/>
              </a:rPr>
              <a:t>(30pt Arial Narrow)</a:t>
            </a:r>
          </a:p>
        </p:txBody>
      </p:sp>
    </p:spTree>
    <p:extLst>
      <p:ext uri="{BB962C8B-B14F-4D97-AF65-F5344CB8AC3E}">
        <p14:creationId xmlns:p14="http://schemas.microsoft.com/office/powerpoint/2010/main" val="12799512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Section Break 1">
    <p:spTree>
      <p:nvGrpSpPr>
        <p:cNvPr id="1" name=""/>
        <p:cNvGrpSpPr/>
        <p:nvPr/>
      </p:nvGrpSpPr>
      <p:grpSpPr>
        <a:xfrm>
          <a:off x="0" y="0"/>
          <a:ext cx="0" cy="0"/>
          <a:chOff x="0" y="0"/>
          <a:chExt cx="0" cy="0"/>
        </a:xfrm>
      </p:grpSpPr>
      <p:sp>
        <p:nvSpPr>
          <p:cNvPr id="11" name="Text Placeholder 10"/>
          <p:cNvSpPr>
            <a:spLocks noGrp="1"/>
          </p:cNvSpPr>
          <p:nvPr>
            <p:ph type="body" sz="quarter" idx="10" hasCustomPrompt="1"/>
          </p:nvPr>
        </p:nvSpPr>
        <p:spPr>
          <a:xfrm>
            <a:off x="459513" y="2582358"/>
            <a:ext cx="7101769" cy="1963182"/>
          </a:xfrm>
          <a:prstGeom prst="rect">
            <a:avLst/>
          </a:prstGeom>
        </p:spPr>
        <p:txBody>
          <a:bodyPr vert="horz" anchor="t"/>
          <a:lstStyle>
            <a:lvl1pPr marL="0" indent="0">
              <a:buNone/>
              <a:defRPr sz="3000" baseline="0">
                <a:solidFill>
                  <a:schemeClr val="bg1"/>
                </a:solidFill>
                <a:latin typeface="Arial Narrow"/>
                <a:cs typeface="Arial Narrow"/>
              </a:defRPr>
            </a:lvl1pPr>
          </a:lstStyle>
          <a:p>
            <a:pPr lvl="0"/>
            <a:r>
              <a:rPr lang="en-AU" dirty="0"/>
              <a:t>SECTION BREAK 1 </a:t>
            </a:r>
            <a:br>
              <a:rPr lang="en-AU" dirty="0"/>
            </a:br>
            <a:r>
              <a:rPr lang="en-AU" dirty="0"/>
              <a:t>(30pt Arial Narrow)</a:t>
            </a:r>
          </a:p>
        </p:txBody>
      </p:sp>
    </p:spTree>
    <p:extLst>
      <p:ext uri="{BB962C8B-B14F-4D97-AF65-F5344CB8AC3E}">
        <p14:creationId xmlns:p14="http://schemas.microsoft.com/office/powerpoint/2010/main" val="284762608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9" name="Slide Number Placeholder 6"/>
          <p:cNvSpPr txBox="1">
            <a:spLocks/>
          </p:cNvSpPr>
          <p:nvPr userDrawn="1"/>
        </p:nvSpPr>
        <p:spPr>
          <a:xfrm>
            <a:off x="10128808" y="6376720"/>
            <a:ext cx="1616253" cy="365125"/>
          </a:xfrm>
          <a:prstGeom prst="rect">
            <a:avLst/>
          </a:prstGeom>
        </p:spPr>
        <p:txBody>
          <a:bodyPr vert="horz" lIns="91440" tIns="45720" rIns="91440" bIns="45720" rtlCol="0" anchor="ctr"/>
          <a:lstStyle>
            <a:defPPr>
              <a:defRPr lang="en-US"/>
            </a:defPPr>
            <a:lvl1pPr marL="0" algn="l" defTabSz="457200" rtl="0" eaLnBrk="1" latinLnBrk="0" hangingPunct="1">
              <a:defRPr sz="2400" kern="1200">
                <a:solidFill>
                  <a:schemeClr val="tx1"/>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14B116A7-1BBE-0246-8B18-68B8A757ECD8}" type="slidenum">
              <a:rPr lang="en-US" sz="2400" smtClean="0">
                <a:solidFill>
                  <a:schemeClr val="bg1">
                    <a:lumMod val="50000"/>
                  </a:schemeClr>
                </a:solidFill>
              </a:rPr>
              <a:pPr algn="r"/>
              <a:t>‹#›</a:t>
            </a:fld>
            <a:endParaRPr lang="en-US" sz="2400" dirty="0">
              <a:solidFill>
                <a:schemeClr val="bg1">
                  <a:lumMod val="50000"/>
                </a:schemeClr>
              </a:solidFill>
            </a:endParaRPr>
          </a:p>
        </p:txBody>
      </p:sp>
      <p:sp>
        <p:nvSpPr>
          <p:cNvPr id="10" name="Text Placeholder 9"/>
          <p:cNvSpPr>
            <a:spLocks noGrp="1"/>
          </p:cNvSpPr>
          <p:nvPr>
            <p:ph type="body" sz="quarter" idx="10" hasCustomPrompt="1"/>
          </p:nvPr>
        </p:nvSpPr>
        <p:spPr>
          <a:xfrm>
            <a:off x="370737" y="217549"/>
            <a:ext cx="6964156" cy="774054"/>
          </a:xfrm>
          <a:prstGeom prst="rect">
            <a:avLst/>
          </a:prstGeom>
        </p:spPr>
        <p:txBody>
          <a:bodyPr vert="horz"/>
          <a:lstStyle>
            <a:lvl1pPr marL="0" indent="0">
              <a:lnSpc>
                <a:spcPct val="90000"/>
              </a:lnSpc>
              <a:buNone/>
              <a:defRPr sz="2400">
                <a:latin typeface="Arial Narrow"/>
                <a:cs typeface="Arial Narrow"/>
              </a:defRPr>
            </a:lvl1pPr>
          </a:lstStyle>
          <a:p>
            <a:pPr lvl="0"/>
            <a:r>
              <a:rPr lang="en-US" sz="2400" dirty="0">
                <a:latin typeface="Arial Narrow"/>
                <a:cs typeface="Arial Narrow"/>
              </a:rPr>
              <a:t>CONTENT PAGE 2</a:t>
            </a:r>
            <a:br>
              <a:rPr lang="en-US" sz="2400" dirty="0">
                <a:latin typeface="Arial Narrow"/>
                <a:cs typeface="Arial Narrow"/>
              </a:rPr>
            </a:br>
            <a:r>
              <a:rPr lang="en-US" sz="2400" dirty="0">
                <a:latin typeface="Arial Narrow"/>
                <a:cs typeface="Arial Narrow"/>
              </a:rPr>
              <a:t>2 LINES (24pt Arial Narrow)</a:t>
            </a:r>
            <a:endParaRPr lang="en-US" dirty="0"/>
          </a:p>
        </p:txBody>
      </p:sp>
    </p:spTree>
    <p:extLst>
      <p:ext uri="{BB962C8B-B14F-4D97-AF65-F5344CB8AC3E}">
        <p14:creationId xmlns:p14="http://schemas.microsoft.com/office/powerpoint/2010/main" val="154739334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wo line header">
    <p:spTree>
      <p:nvGrpSpPr>
        <p:cNvPr id="1" name=""/>
        <p:cNvGrpSpPr/>
        <p:nvPr/>
      </p:nvGrpSpPr>
      <p:grpSpPr>
        <a:xfrm>
          <a:off x="0" y="0"/>
          <a:ext cx="0" cy="0"/>
          <a:chOff x="0" y="0"/>
          <a:chExt cx="0" cy="0"/>
        </a:xfrm>
      </p:grpSpPr>
      <p:sp>
        <p:nvSpPr>
          <p:cNvPr id="3" name="Content Placeholder 2"/>
          <p:cNvSpPr>
            <a:spLocks noGrp="1"/>
          </p:cNvSpPr>
          <p:nvPr>
            <p:ph idx="1"/>
          </p:nvPr>
        </p:nvSpPr>
        <p:spPr>
          <a:xfrm>
            <a:off x="478367" y="1600201"/>
            <a:ext cx="10972800" cy="4525963"/>
          </a:xfrm>
          <a:prstGeom prst="rect">
            <a:avLst/>
          </a:prstGeom>
        </p:spPr>
        <p:txBody>
          <a:bodyPr/>
          <a:lstStyle>
            <a:lvl1pPr marL="342900" indent="-342900">
              <a:buFont typeface="Wingdings" charset="2"/>
              <a:buChar char="§"/>
              <a:defRPr sz="2400">
                <a:latin typeface="Arial"/>
                <a:cs typeface="Arial"/>
              </a:defRPr>
            </a:lvl1pPr>
            <a:lvl2pPr>
              <a:defRPr sz="2000"/>
            </a:lvl2pPr>
            <a:lvl3pPr marL="1143000" indent="-228600">
              <a:buFont typeface="Wingdings" charset="2"/>
              <a:buChar char="§"/>
              <a:defRPr sz="1800"/>
            </a:lvl3pPr>
            <a:lvl4pPr>
              <a:defRPr sz="1600"/>
            </a:lvl4pPr>
          </a:lstStyle>
          <a:p>
            <a:pPr lvl="0"/>
            <a:r>
              <a:rPr lang="en-US"/>
              <a:t>Edit Master text styles</a:t>
            </a:r>
          </a:p>
          <a:p>
            <a:pPr lvl="1"/>
            <a:r>
              <a:rPr lang="en-US"/>
              <a:t>Second level</a:t>
            </a:r>
          </a:p>
          <a:p>
            <a:pPr lvl="2"/>
            <a:r>
              <a:rPr lang="en-US"/>
              <a:t>Third level</a:t>
            </a:r>
          </a:p>
          <a:p>
            <a:pPr lvl="3"/>
            <a:r>
              <a:rPr lang="en-US"/>
              <a:t>Fourth level</a:t>
            </a:r>
          </a:p>
        </p:txBody>
      </p:sp>
      <p:sp>
        <p:nvSpPr>
          <p:cNvPr id="8" name="Slide Number Placeholder 6"/>
          <p:cNvSpPr txBox="1">
            <a:spLocks/>
          </p:cNvSpPr>
          <p:nvPr userDrawn="1"/>
        </p:nvSpPr>
        <p:spPr>
          <a:xfrm>
            <a:off x="10128808" y="6376720"/>
            <a:ext cx="1616253" cy="365125"/>
          </a:xfrm>
          <a:prstGeom prst="rect">
            <a:avLst/>
          </a:prstGeom>
        </p:spPr>
        <p:txBody>
          <a:bodyPr vert="horz" lIns="91440" tIns="45720" rIns="91440" bIns="45720" rtlCol="0" anchor="ctr"/>
          <a:lstStyle>
            <a:defPPr>
              <a:defRPr lang="en-US"/>
            </a:defPPr>
            <a:lvl1pPr marL="0" algn="l" defTabSz="457200" rtl="0" eaLnBrk="1" latinLnBrk="0" hangingPunct="1">
              <a:defRPr sz="2400" kern="1200">
                <a:solidFill>
                  <a:schemeClr val="tx1"/>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14B116A7-1BBE-0246-8B18-68B8A757ECD8}" type="slidenum">
              <a:rPr lang="en-US" sz="2400" smtClean="0">
                <a:solidFill>
                  <a:schemeClr val="bg1">
                    <a:lumMod val="50000"/>
                  </a:schemeClr>
                </a:solidFill>
              </a:rPr>
              <a:pPr algn="r"/>
              <a:t>‹#›</a:t>
            </a:fld>
            <a:endParaRPr lang="en-US" sz="2400" dirty="0">
              <a:solidFill>
                <a:schemeClr val="bg1">
                  <a:lumMod val="50000"/>
                </a:schemeClr>
              </a:solidFill>
            </a:endParaRPr>
          </a:p>
        </p:txBody>
      </p:sp>
      <p:sp>
        <p:nvSpPr>
          <p:cNvPr id="5" name="Text Placeholder 9"/>
          <p:cNvSpPr>
            <a:spLocks noGrp="1"/>
          </p:cNvSpPr>
          <p:nvPr>
            <p:ph type="body" sz="quarter" idx="10" hasCustomPrompt="1"/>
          </p:nvPr>
        </p:nvSpPr>
        <p:spPr>
          <a:xfrm>
            <a:off x="370737" y="217549"/>
            <a:ext cx="6964156" cy="774054"/>
          </a:xfrm>
          <a:prstGeom prst="rect">
            <a:avLst/>
          </a:prstGeom>
        </p:spPr>
        <p:txBody>
          <a:bodyPr vert="horz"/>
          <a:lstStyle>
            <a:lvl1pPr marL="0" indent="0">
              <a:lnSpc>
                <a:spcPct val="90000"/>
              </a:lnSpc>
              <a:buNone/>
              <a:defRPr sz="2400">
                <a:latin typeface="Arial Narrow"/>
                <a:cs typeface="Arial Narrow"/>
              </a:defRPr>
            </a:lvl1pPr>
          </a:lstStyle>
          <a:p>
            <a:pPr lvl="0"/>
            <a:r>
              <a:rPr lang="en-US" sz="2400" dirty="0">
                <a:latin typeface="Arial Narrow"/>
                <a:cs typeface="Arial Narrow"/>
              </a:rPr>
              <a:t>CONTENT PAGE 2</a:t>
            </a:r>
            <a:br>
              <a:rPr lang="en-US" sz="2400" dirty="0">
                <a:latin typeface="Arial Narrow"/>
                <a:cs typeface="Arial Narrow"/>
              </a:rPr>
            </a:br>
            <a:r>
              <a:rPr lang="en-US" sz="2400" dirty="0">
                <a:latin typeface="Arial Narrow"/>
                <a:cs typeface="Arial Narrow"/>
              </a:rPr>
              <a:t>2 LINES (24pt Arial Narrow)</a:t>
            </a:r>
            <a:endParaRPr lang="en-US" dirty="0"/>
          </a:p>
        </p:txBody>
      </p:sp>
    </p:spTree>
    <p:extLst>
      <p:ext uri="{BB962C8B-B14F-4D97-AF65-F5344CB8AC3E}">
        <p14:creationId xmlns:p14="http://schemas.microsoft.com/office/powerpoint/2010/main" val="48751427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wo column tex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08000" y="1600201"/>
            <a:ext cx="5384800" cy="4525963"/>
          </a:xfrm>
          <a:prstGeom prst="rect">
            <a:avLst/>
          </a:prstGeom>
        </p:spPr>
        <p:txBody>
          <a:bodyPr/>
          <a:lstStyle>
            <a:lvl1pPr marL="342900" indent="-342900">
              <a:buFont typeface="Wingdings" charset="2"/>
              <a:buChar char="§"/>
              <a:defRPr sz="2400">
                <a:latin typeface="Arial"/>
                <a:cs typeface="Arial"/>
              </a:defRPr>
            </a:lvl1pPr>
            <a:lvl2pPr>
              <a:defRPr sz="2000">
                <a:latin typeface="Arial"/>
                <a:cs typeface="Arial"/>
              </a:defRPr>
            </a:lvl2pPr>
            <a:lvl3pPr marL="1143000" indent="-228600">
              <a:buFont typeface="Wingdings" charset="2"/>
              <a:buChar char="§"/>
              <a:defRPr sz="1800">
                <a:latin typeface="Arial"/>
                <a:cs typeface="Arial"/>
              </a:defRPr>
            </a:lvl3pPr>
            <a:lvl4pPr>
              <a:defRPr sz="1600">
                <a:latin typeface="Arial"/>
                <a:cs typeface="Arial"/>
              </a:defRPr>
            </a:lvl4pPr>
            <a:lvl5pPr>
              <a:defRPr sz="1800">
                <a:latin typeface="Arial"/>
                <a:cs typeface="Arial"/>
              </a:defRPr>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p:txBody>
      </p:sp>
      <p:sp>
        <p:nvSpPr>
          <p:cNvPr id="4" name="Content Placeholder 3"/>
          <p:cNvSpPr>
            <a:spLocks noGrp="1"/>
          </p:cNvSpPr>
          <p:nvPr>
            <p:ph sz="half" idx="2"/>
          </p:nvPr>
        </p:nvSpPr>
        <p:spPr>
          <a:xfrm>
            <a:off x="6096000" y="1600201"/>
            <a:ext cx="5384800" cy="4525963"/>
          </a:xfrm>
          <a:prstGeom prst="rect">
            <a:avLst/>
          </a:prstGeom>
        </p:spPr>
        <p:txBody>
          <a:bodyPr/>
          <a:lstStyle>
            <a:lvl1pPr marL="342900" indent="-342900">
              <a:buFont typeface="Wingdings" charset="2"/>
              <a:buChar char="§"/>
              <a:defRPr sz="2400">
                <a:latin typeface="Arial"/>
                <a:cs typeface="Arial"/>
              </a:defRPr>
            </a:lvl1pPr>
            <a:lvl2pPr marL="742950" indent="-285750">
              <a:buFont typeface="Wingdings" charset="2"/>
              <a:buChar char="§"/>
              <a:defRPr sz="2000">
                <a:latin typeface="Arial"/>
                <a:cs typeface="Arial"/>
              </a:defRPr>
            </a:lvl2pPr>
            <a:lvl3pPr marL="1143000" indent="-228600">
              <a:buFont typeface="Wingdings" charset="2"/>
              <a:buChar char="§"/>
              <a:defRPr sz="1800">
                <a:latin typeface="Arial"/>
                <a:cs typeface="Arial"/>
              </a:defRPr>
            </a:lvl3pPr>
            <a:lvl4pPr>
              <a:defRPr sz="1600">
                <a:latin typeface="Arial"/>
                <a:cs typeface="Arial"/>
              </a:defRPr>
            </a:lvl4pPr>
            <a:lvl5pPr>
              <a:defRPr sz="1800">
                <a:latin typeface="Arial"/>
                <a:cs typeface="Arial"/>
              </a:defRPr>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p:txBody>
      </p:sp>
      <p:sp>
        <p:nvSpPr>
          <p:cNvPr id="9" name="Slide Number Placeholder 6"/>
          <p:cNvSpPr txBox="1">
            <a:spLocks/>
          </p:cNvSpPr>
          <p:nvPr userDrawn="1"/>
        </p:nvSpPr>
        <p:spPr>
          <a:xfrm>
            <a:off x="10128808" y="6376720"/>
            <a:ext cx="1616253" cy="365125"/>
          </a:xfrm>
          <a:prstGeom prst="rect">
            <a:avLst/>
          </a:prstGeom>
        </p:spPr>
        <p:txBody>
          <a:bodyPr vert="horz" lIns="91440" tIns="45720" rIns="91440" bIns="45720" rtlCol="0" anchor="ctr"/>
          <a:lstStyle>
            <a:defPPr>
              <a:defRPr lang="en-US"/>
            </a:defPPr>
            <a:lvl1pPr marL="0" algn="l" defTabSz="457200" rtl="0" eaLnBrk="1" latinLnBrk="0" hangingPunct="1">
              <a:defRPr sz="2400" kern="1200">
                <a:solidFill>
                  <a:schemeClr val="tx1"/>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14B116A7-1BBE-0246-8B18-68B8A757ECD8}" type="slidenum">
              <a:rPr lang="en-US" sz="2400" smtClean="0">
                <a:solidFill>
                  <a:schemeClr val="bg1">
                    <a:lumMod val="50000"/>
                  </a:schemeClr>
                </a:solidFill>
              </a:rPr>
              <a:pPr algn="r"/>
              <a:t>‹#›</a:t>
            </a:fld>
            <a:endParaRPr lang="en-US" sz="2400" dirty="0">
              <a:solidFill>
                <a:schemeClr val="bg1">
                  <a:lumMod val="50000"/>
                </a:schemeClr>
              </a:solidFill>
            </a:endParaRPr>
          </a:p>
        </p:txBody>
      </p:sp>
      <p:sp>
        <p:nvSpPr>
          <p:cNvPr id="6" name="Text Placeholder 9"/>
          <p:cNvSpPr>
            <a:spLocks noGrp="1"/>
          </p:cNvSpPr>
          <p:nvPr>
            <p:ph type="body" sz="quarter" idx="10" hasCustomPrompt="1"/>
          </p:nvPr>
        </p:nvSpPr>
        <p:spPr>
          <a:xfrm>
            <a:off x="370737" y="217549"/>
            <a:ext cx="6964156" cy="774054"/>
          </a:xfrm>
          <a:prstGeom prst="rect">
            <a:avLst/>
          </a:prstGeom>
        </p:spPr>
        <p:txBody>
          <a:bodyPr vert="horz"/>
          <a:lstStyle>
            <a:lvl1pPr marL="0" indent="0">
              <a:lnSpc>
                <a:spcPct val="90000"/>
              </a:lnSpc>
              <a:buNone/>
              <a:defRPr sz="2400">
                <a:latin typeface="Arial Narrow"/>
                <a:cs typeface="Arial Narrow"/>
              </a:defRPr>
            </a:lvl1pPr>
          </a:lstStyle>
          <a:p>
            <a:pPr lvl="0"/>
            <a:r>
              <a:rPr lang="en-US" sz="2400" dirty="0">
                <a:latin typeface="Arial Narrow"/>
                <a:cs typeface="Arial Narrow"/>
              </a:rPr>
              <a:t>CONTENT PAGE 2</a:t>
            </a:r>
            <a:br>
              <a:rPr lang="en-US" sz="2400" dirty="0">
                <a:latin typeface="Arial Narrow"/>
                <a:cs typeface="Arial Narrow"/>
              </a:rPr>
            </a:br>
            <a:r>
              <a:rPr lang="en-US" sz="2400" dirty="0">
                <a:latin typeface="Arial Narrow"/>
                <a:cs typeface="Arial Narrow"/>
              </a:rPr>
              <a:t>2 LINES (24pt Arial Narrow)</a:t>
            </a:r>
            <a:endParaRPr lang="en-US" dirty="0"/>
          </a:p>
        </p:txBody>
      </p:sp>
    </p:spTree>
    <p:extLst>
      <p:ext uri="{BB962C8B-B14F-4D97-AF65-F5344CB8AC3E}">
        <p14:creationId xmlns:p14="http://schemas.microsoft.com/office/powerpoint/2010/main" val="174326033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Text &amp; image">
    <p:spTree>
      <p:nvGrpSpPr>
        <p:cNvPr id="1" name=""/>
        <p:cNvGrpSpPr/>
        <p:nvPr/>
      </p:nvGrpSpPr>
      <p:grpSpPr>
        <a:xfrm>
          <a:off x="0" y="0"/>
          <a:ext cx="0" cy="0"/>
          <a:chOff x="0" y="0"/>
          <a:chExt cx="0" cy="0"/>
        </a:xfrm>
      </p:grpSpPr>
      <p:sp>
        <p:nvSpPr>
          <p:cNvPr id="3" name="Content Placeholder 2"/>
          <p:cNvSpPr>
            <a:spLocks noGrp="1"/>
          </p:cNvSpPr>
          <p:nvPr>
            <p:ph idx="1"/>
          </p:nvPr>
        </p:nvSpPr>
        <p:spPr>
          <a:xfrm>
            <a:off x="495138" y="1315159"/>
            <a:ext cx="5082791" cy="5006471"/>
          </a:xfrm>
          <a:prstGeom prst="rect">
            <a:avLst/>
          </a:prstGeom>
        </p:spPr>
        <p:txBody>
          <a:bodyPr/>
          <a:lstStyle>
            <a:lvl1pPr marL="342900" indent="-342900">
              <a:buFont typeface="Wingdings" charset="2"/>
              <a:buChar char="§"/>
              <a:defRPr sz="2400">
                <a:latin typeface="Arial"/>
                <a:cs typeface="Arial"/>
              </a:defRPr>
            </a:lvl1pPr>
            <a:lvl2pPr>
              <a:defRPr sz="2000"/>
            </a:lvl2pPr>
            <a:lvl3pPr marL="1143000" indent="-228600">
              <a:buFont typeface="Wingdings" charset="2"/>
              <a:buChar char="§"/>
              <a:defRPr sz="1800"/>
            </a:lvl3pPr>
            <a:lvl4pPr>
              <a:defRPr sz="1600"/>
            </a:lvl4pPr>
          </a:lstStyle>
          <a:p>
            <a:pPr lvl="0"/>
            <a:r>
              <a:rPr lang="en-US"/>
              <a:t>Edit Master text styles</a:t>
            </a:r>
          </a:p>
          <a:p>
            <a:pPr lvl="1"/>
            <a:r>
              <a:rPr lang="en-US"/>
              <a:t>Second level</a:t>
            </a:r>
          </a:p>
          <a:p>
            <a:pPr lvl="2"/>
            <a:r>
              <a:rPr lang="en-US"/>
              <a:t>Third level</a:t>
            </a:r>
          </a:p>
          <a:p>
            <a:pPr lvl="3"/>
            <a:r>
              <a:rPr lang="en-US"/>
              <a:t>Fourth level</a:t>
            </a:r>
          </a:p>
        </p:txBody>
      </p:sp>
      <p:sp>
        <p:nvSpPr>
          <p:cNvPr id="8" name="Slide Number Placeholder 6"/>
          <p:cNvSpPr txBox="1">
            <a:spLocks/>
          </p:cNvSpPr>
          <p:nvPr userDrawn="1"/>
        </p:nvSpPr>
        <p:spPr>
          <a:xfrm>
            <a:off x="10128808" y="6376720"/>
            <a:ext cx="1616253" cy="365125"/>
          </a:xfrm>
          <a:prstGeom prst="rect">
            <a:avLst/>
          </a:prstGeom>
        </p:spPr>
        <p:txBody>
          <a:bodyPr vert="horz" lIns="91440" tIns="45720" rIns="91440" bIns="45720" rtlCol="0" anchor="ctr"/>
          <a:lstStyle>
            <a:defPPr>
              <a:defRPr lang="en-US"/>
            </a:defPPr>
            <a:lvl1pPr marL="0" algn="l" defTabSz="457200" rtl="0" eaLnBrk="1" latinLnBrk="0" hangingPunct="1">
              <a:defRPr sz="2400" kern="1200">
                <a:solidFill>
                  <a:schemeClr val="tx1"/>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14B116A7-1BBE-0246-8B18-68B8A757ECD8}" type="slidenum">
              <a:rPr lang="en-US" sz="2400" smtClean="0">
                <a:solidFill>
                  <a:schemeClr val="bg1">
                    <a:lumMod val="50000"/>
                  </a:schemeClr>
                </a:solidFill>
              </a:rPr>
              <a:pPr algn="r"/>
              <a:t>‹#›</a:t>
            </a:fld>
            <a:endParaRPr lang="en-US" sz="2400" dirty="0">
              <a:solidFill>
                <a:schemeClr val="bg1">
                  <a:lumMod val="50000"/>
                </a:schemeClr>
              </a:solidFill>
            </a:endParaRPr>
          </a:p>
        </p:txBody>
      </p:sp>
      <p:sp>
        <p:nvSpPr>
          <p:cNvPr id="5" name="Picture Placeholder 2"/>
          <p:cNvSpPr>
            <a:spLocks noGrp="1"/>
          </p:cNvSpPr>
          <p:nvPr>
            <p:ph type="pic" idx="10"/>
          </p:nvPr>
        </p:nvSpPr>
        <p:spPr>
          <a:xfrm>
            <a:off x="6084982" y="1315159"/>
            <a:ext cx="5531365" cy="5006471"/>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6" name="Text Placeholder 9"/>
          <p:cNvSpPr>
            <a:spLocks noGrp="1"/>
          </p:cNvSpPr>
          <p:nvPr>
            <p:ph type="body" sz="quarter" idx="11" hasCustomPrompt="1"/>
          </p:nvPr>
        </p:nvSpPr>
        <p:spPr>
          <a:xfrm>
            <a:off x="370737" y="217549"/>
            <a:ext cx="6964156" cy="774054"/>
          </a:xfrm>
          <a:prstGeom prst="rect">
            <a:avLst/>
          </a:prstGeom>
        </p:spPr>
        <p:txBody>
          <a:bodyPr vert="horz"/>
          <a:lstStyle>
            <a:lvl1pPr marL="0" indent="0">
              <a:lnSpc>
                <a:spcPct val="90000"/>
              </a:lnSpc>
              <a:buNone/>
              <a:defRPr sz="2400">
                <a:latin typeface="Arial Narrow"/>
                <a:cs typeface="Arial Narrow"/>
              </a:defRPr>
            </a:lvl1pPr>
          </a:lstStyle>
          <a:p>
            <a:pPr lvl="0"/>
            <a:r>
              <a:rPr lang="en-US" sz="2400" dirty="0">
                <a:latin typeface="Arial Narrow"/>
                <a:cs typeface="Arial Narrow"/>
              </a:rPr>
              <a:t>CONTENT PAGE 2</a:t>
            </a:r>
            <a:br>
              <a:rPr lang="en-US" sz="2400" dirty="0">
                <a:latin typeface="Arial Narrow"/>
                <a:cs typeface="Arial Narrow"/>
              </a:rPr>
            </a:br>
            <a:r>
              <a:rPr lang="en-US" sz="2400" dirty="0">
                <a:latin typeface="Arial Narrow"/>
                <a:cs typeface="Arial Narrow"/>
              </a:rPr>
              <a:t>2 LINES (24pt Arial Narrow)</a:t>
            </a:r>
            <a:endParaRPr lang="en-US" dirty="0"/>
          </a:p>
        </p:txBody>
      </p:sp>
    </p:spTree>
    <p:extLst>
      <p:ext uri="{BB962C8B-B14F-4D97-AF65-F5344CB8AC3E}">
        <p14:creationId xmlns:p14="http://schemas.microsoft.com/office/powerpoint/2010/main" val="42111335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Text &amp; diagram">
    <p:spTree>
      <p:nvGrpSpPr>
        <p:cNvPr id="1" name=""/>
        <p:cNvGrpSpPr/>
        <p:nvPr/>
      </p:nvGrpSpPr>
      <p:grpSpPr>
        <a:xfrm>
          <a:off x="0" y="0"/>
          <a:ext cx="0" cy="0"/>
          <a:chOff x="0" y="0"/>
          <a:chExt cx="0" cy="0"/>
        </a:xfrm>
      </p:grpSpPr>
      <p:sp>
        <p:nvSpPr>
          <p:cNvPr id="3" name="Content Placeholder 2"/>
          <p:cNvSpPr>
            <a:spLocks noGrp="1"/>
          </p:cNvSpPr>
          <p:nvPr>
            <p:ph idx="1"/>
          </p:nvPr>
        </p:nvSpPr>
        <p:spPr>
          <a:xfrm>
            <a:off x="517125" y="1315159"/>
            <a:ext cx="3312888" cy="5006471"/>
          </a:xfrm>
          <a:prstGeom prst="rect">
            <a:avLst/>
          </a:prstGeom>
        </p:spPr>
        <p:txBody>
          <a:bodyPr/>
          <a:lstStyle>
            <a:lvl1pPr marL="342900" indent="-342900">
              <a:buFont typeface="Wingdings" charset="2"/>
              <a:buChar char="§"/>
              <a:defRPr sz="2400">
                <a:latin typeface="Arial"/>
                <a:cs typeface="Arial"/>
              </a:defRPr>
            </a:lvl1pPr>
            <a:lvl2pPr>
              <a:defRPr sz="2000"/>
            </a:lvl2pPr>
            <a:lvl3pPr marL="1143000" indent="-228600">
              <a:buFont typeface="Wingdings" charset="2"/>
              <a:buChar char="§"/>
              <a:defRPr sz="1800"/>
            </a:lvl3pPr>
            <a:lvl4pPr>
              <a:defRPr sz="1600"/>
            </a:lvl4pPr>
          </a:lstStyle>
          <a:p>
            <a:pPr lvl="0"/>
            <a:r>
              <a:rPr lang="en-US"/>
              <a:t>Edit Master text styles</a:t>
            </a:r>
          </a:p>
          <a:p>
            <a:pPr lvl="1"/>
            <a:r>
              <a:rPr lang="en-US"/>
              <a:t>Second level</a:t>
            </a:r>
          </a:p>
          <a:p>
            <a:pPr lvl="2"/>
            <a:r>
              <a:rPr lang="en-US"/>
              <a:t>Third level</a:t>
            </a:r>
          </a:p>
          <a:p>
            <a:pPr lvl="3"/>
            <a:r>
              <a:rPr lang="en-US"/>
              <a:t>Fourth level</a:t>
            </a:r>
          </a:p>
        </p:txBody>
      </p:sp>
      <p:sp>
        <p:nvSpPr>
          <p:cNvPr id="8" name="Slide Number Placeholder 6"/>
          <p:cNvSpPr txBox="1">
            <a:spLocks/>
          </p:cNvSpPr>
          <p:nvPr userDrawn="1"/>
        </p:nvSpPr>
        <p:spPr>
          <a:xfrm>
            <a:off x="10128808" y="6376720"/>
            <a:ext cx="1616253" cy="365125"/>
          </a:xfrm>
          <a:prstGeom prst="rect">
            <a:avLst/>
          </a:prstGeom>
        </p:spPr>
        <p:txBody>
          <a:bodyPr vert="horz" lIns="91440" tIns="45720" rIns="91440" bIns="45720" rtlCol="0" anchor="ctr"/>
          <a:lstStyle>
            <a:defPPr>
              <a:defRPr lang="en-US"/>
            </a:defPPr>
            <a:lvl1pPr marL="0" algn="l" defTabSz="457200" rtl="0" eaLnBrk="1" latinLnBrk="0" hangingPunct="1">
              <a:defRPr sz="2400" kern="1200">
                <a:solidFill>
                  <a:schemeClr val="tx1"/>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14B116A7-1BBE-0246-8B18-68B8A757ECD8}" type="slidenum">
              <a:rPr lang="en-US" sz="2400" smtClean="0">
                <a:solidFill>
                  <a:schemeClr val="bg1">
                    <a:lumMod val="50000"/>
                  </a:schemeClr>
                </a:solidFill>
              </a:rPr>
              <a:pPr algn="r"/>
              <a:t>‹#›</a:t>
            </a:fld>
            <a:endParaRPr lang="en-US" sz="2400" dirty="0">
              <a:solidFill>
                <a:schemeClr val="bg1">
                  <a:lumMod val="50000"/>
                </a:schemeClr>
              </a:solidFill>
            </a:endParaRPr>
          </a:p>
        </p:txBody>
      </p:sp>
      <p:sp>
        <p:nvSpPr>
          <p:cNvPr id="5" name="Picture Placeholder 2"/>
          <p:cNvSpPr>
            <a:spLocks noGrp="1"/>
          </p:cNvSpPr>
          <p:nvPr>
            <p:ph type="pic" idx="10"/>
          </p:nvPr>
        </p:nvSpPr>
        <p:spPr>
          <a:xfrm>
            <a:off x="4289229" y="1315159"/>
            <a:ext cx="7349104" cy="5006471"/>
          </a:xfrm>
          <a:prstGeom prst="rect">
            <a:avLst/>
          </a:prstGeom>
        </p:spPr>
        <p:txBody>
          <a:bodyPr/>
          <a:lstStyle>
            <a:lvl1pPr marL="0" indent="0">
              <a:buNone/>
              <a:defRPr sz="32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6" name="Text Placeholder 9"/>
          <p:cNvSpPr>
            <a:spLocks noGrp="1"/>
          </p:cNvSpPr>
          <p:nvPr>
            <p:ph type="body" sz="quarter" idx="11" hasCustomPrompt="1"/>
          </p:nvPr>
        </p:nvSpPr>
        <p:spPr>
          <a:xfrm>
            <a:off x="370737" y="217549"/>
            <a:ext cx="6964156" cy="774054"/>
          </a:xfrm>
          <a:prstGeom prst="rect">
            <a:avLst/>
          </a:prstGeom>
        </p:spPr>
        <p:txBody>
          <a:bodyPr vert="horz"/>
          <a:lstStyle>
            <a:lvl1pPr marL="0" indent="0">
              <a:lnSpc>
                <a:spcPct val="90000"/>
              </a:lnSpc>
              <a:buNone/>
              <a:defRPr sz="2400">
                <a:latin typeface="Arial Narrow"/>
                <a:cs typeface="Arial Narrow"/>
              </a:defRPr>
            </a:lvl1pPr>
          </a:lstStyle>
          <a:p>
            <a:pPr lvl="0"/>
            <a:r>
              <a:rPr lang="en-US" sz="2400" dirty="0">
                <a:latin typeface="Arial Narrow"/>
                <a:cs typeface="Arial Narrow"/>
              </a:rPr>
              <a:t>CONTENT PAGE 2</a:t>
            </a:r>
            <a:br>
              <a:rPr lang="en-US" sz="2400" dirty="0">
                <a:latin typeface="Arial Narrow"/>
                <a:cs typeface="Arial Narrow"/>
              </a:rPr>
            </a:br>
            <a:r>
              <a:rPr lang="en-US" sz="2400" dirty="0">
                <a:latin typeface="Arial Narrow"/>
                <a:cs typeface="Arial Narrow"/>
              </a:rPr>
              <a:t>2 LINES (24pt Arial Narrow)</a:t>
            </a:r>
            <a:endParaRPr lang="en-US" dirty="0"/>
          </a:p>
        </p:txBody>
      </p:sp>
    </p:spTree>
    <p:extLst>
      <p:ext uri="{BB962C8B-B14F-4D97-AF65-F5344CB8AC3E}">
        <p14:creationId xmlns:p14="http://schemas.microsoft.com/office/powerpoint/2010/main" val="300856479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9" name="Slide Number Placeholder 6"/>
          <p:cNvSpPr txBox="1">
            <a:spLocks/>
          </p:cNvSpPr>
          <p:nvPr userDrawn="1"/>
        </p:nvSpPr>
        <p:spPr>
          <a:xfrm>
            <a:off x="10128808" y="6376720"/>
            <a:ext cx="1616253" cy="365125"/>
          </a:xfrm>
          <a:prstGeom prst="rect">
            <a:avLst/>
          </a:prstGeom>
        </p:spPr>
        <p:txBody>
          <a:bodyPr vert="horz" lIns="91440" tIns="45720" rIns="91440" bIns="45720" rtlCol="0" anchor="ctr"/>
          <a:lstStyle>
            <a:defPPr>
              <a:defRPr lang="en-US"/>
            </a:defPPr>
            <a:lvl1pPr marL="0" algn="l" defTabSz="457200" rtl="0" eaLnBrk="1" latinLnBrk="0" hangingPunct="1">
              <a:defRPr sz="2400" kern="1200">
                <a:solidFill>
                  <a:schemeClr val="tx1"/>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14B116A7-1BBE-0246-8B18-68B8A757ECD8}" type="slidenum">
              <a:rPr lang="en-US" sz="2400" smtClean="0">
                <a:solidFill>
                  <a:schemeClr val="bg1">
                    <a:lumMod val="50000"/>
                  </a:schemeClr>
                </a:solidFill>
              </a:rPr>
              <a:pPr algn="r"/>
              <a:t>‹#›</a:t>
            </a:fld>
            <a:endParaRPr lang="en-US" sz="2400" dirty="0">
              <a:solidFill>
                <a:schemeClr val="bg1">
                  <a:lumMod val="50000"/>
                </a:schemeClr>
              </a:solidFill>
            </a:endParaRPr>
          </a:p>
        </p:txBody>
      </p:sp>
      <p:sp>
        <p:nvSpPr>
          <p:cNvPr id="10" name="Picture Placeholder 2"/>
          <p:cNvSpPr>
            <a:spLocks noGrp="1"/>
          </p:cNvSpPr>
          <p:nvPr>
            <p:ph type="pic" idx="1"/>
          </p:nvPr>
        </p:nvSpPr>
        <p:spPr>
          <a:xfrm>
            <a:off x="679260" y="1315159"/>
            <a:ext cx="11051549" cy="5006471"/>
          </a:xfrm>
          <a:prstGeom prst="rect">
            <a:avLst/>
          </a:prstGeom>
        </p:spPr>
        <p:txBody>
          <a:bodyPr/>
          <a:lstStyle>
            <a:lvl1pPr marL="0" indent="0">
              <a:buNone/>
              <a:defRPr sz="32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Text Placeholder 9"/>
          <p:cNvSpPr>
            <a:spLocks noGrp="1"/>
          </p:cNvSpPr>
          <p:nvPr>
            <p:ph type="body" sz="quarter" idx="10" hasCustomPrompt="1"/>
          </p:nvPr>
        </p:nvSpPr>
        <p:spPr>
          <a:xfrm>
            <a:off x="370737" y="217549"/>
            <a:ext cx="6964156" cy="774054"/>
          </a:xfrm>
          <a:prstGeom prst="rect">
            <a:avLst/>
          </a:prstGeom>
        </p:spPr>
        <p:txBody>
          <a:bodyPr vert="horz"/>
          <a:lstStyle>
            <a:lvl1pPr marL="0" indent="0">
              <a:lnSpc>
                <a:spcPct val="90000"/>
              </a:lnSpc>
              <a:buNone/>
              <a:defRPr sz="2400">
                <a:latin typeface="Arial Narrow"/>
                <a:cs typeface="Arial Narrow"/>
              </a:defRPr>
            </a:lvl1pPr>
          </a:lstStyle>
          <a:p>
            <a:pPr lvl="0"/>
            <a:r>
              <a:rPr lang="en-US" sz="2400" dirty="0">
                <a:latin typeface="Arial Narrow"/>
                <a:cs typeface="Arial Narrow"/>
              </a:rPr>
              <a:t>CONTENT PAGE 2</a:t>
            </a:r>
            <a:br>
              <a:rPr lang="en-US" sz="2400" dirty="0">
                <a:latin typeface="Arial Narrow"/>
                <a:cs typeface="Arial Narrow"/>
              </a:rPr>
            </a:br>
            <a:r>
              <a:rPr lang="en-US" sz="2400" dirty="0">
                <a:latin typeface="Arial Narrow"/>
                <a:cs typeface="Arial Narrow"/>
              </a:rPr>
              <a:t>2 LINES (24pt Arial Narrow)</a:t>
            </a:r>
            <a:endParaRPr lang="en-US" dirty="0"/>
          </a:p>
        </p:txBody>
      </p:sp>
    </p:spTree>
    <p:extLst>
      <p:ext uri="{BB962C8B-B14F-4D97-AF65-F5344CB8AC3E}">
        <p14:creationId xmlns:p14="http://schemas.microsoft.com/office/powerpoint/2010/main" val="3592110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1.jpe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4" Type="http://schemas.openxmlformats.org/officeDocument/2006/relationships/image" Target="../media/image2.jpeg"/></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27.xml"/><Relationship Id="rId1" Type="http://schemas.openxmlformats.org/officeDocument/2006/relationships/slideLayout" Target="../slideLayouts/slideLayout26.xml"/><Relationship Id="rId4" Type="http://schemas.openxmlformats.org/officeDocument/2006/relationships/image" Target="../media/image1.jpeg"/></Relationships>
</file>

<file path=ppt/slideMasters/_rels/slideMaster5.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slideLayout" Target="../slideLayouts/slideLayout30.xml"/><Relationship Id="rId7" Type="http://schemas.openxmlformats.org/officeDocument/2006/relationships/theme" Target="../theme/theme5.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5" Type="http://schemas.openxmlformats.org/officeDocument/2006/relationships/slideLayout" Target="../slideLayouts/slideLayout32.xml"/><Relationship Id="rId4" Type="http://schemas.openxmlformats.org/officeDocument/2006/relationships/slideLayout" Target="../slideLayouts/slideLayout31.xml"/></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theme" Target="../theme/theme6.xml"/><Relationship Id="rId1" Type="http://schemas.openxmlformats.org/officeDocument/2006/relationships/slideLayout" Target="../slideLayouts/slideLayout34.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theme" Target="../theme/theme7.xml"/><Relationship Id="rId1" Type="http://schemas.openxmlformats.org/officeDocument/2006/relationships/slideLayout" Target="../slideLayouts/slideLayout35.xml"/></Relationships>
</file>

<file path=ppt/slideMasters/_rels/slideMaster8.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slideLayout" Target="../slideLayouts/slideLayout38.xml"/><Relationship Id="rId7" Type="http://schemas.openxmlformats.org/officeDocument/2006/relationships/theme" Target="../theme/theme8.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5" Type="http://schemas.openxmlformats.org/officeDocument/2006/relationships/slideLayout" Target="../slideLayouts/slideLayout40.xml"/><Relationship Id="rId4"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bwMode="auto">
          <a:xfrm>
            <a:off x="609600" y="249237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AU"/>
              <a:t>Click to edit Master title style</a:t>
            </a:r>
          </a:p>
        </p:txBody>
      </p:sp>
      <p:sp>
        <p:nvSpPr>
          <p:cNvPr id="4100" name="Rectangle 4"/>
          <p:cNvSpPr>
            <a:spLocks noGrp="1" noChangeArrowheads="1"/>
          </p:cNvSpPr>
          <p:nvPr>
            <p:ph type="dt" sz="half" idx="2"/>
          </p:nvPr>
        </p:nvSpPr>
        <p:spPr bwMode="auto">
          <a:xfrm>
            <a:off x="609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cs typeface="+mn-cs"/>
              </a:defRPr>
            </a:lvl1pPr>
          </a:lstStyle>
          <a:p>
            <a:pPr>
              <a:defRPr/>
            </a:pPr>
            <a:endParaRPr lang="en-AU" dirty="0"/>
          </a:p>
        </p:txBody>
      </p:sp>
      <p:sp>
        <p:nvSpPr>
          <p:cNvPr id="4101" name="Rectangle 5"/>
          <p:cNvSpPr>
            <a:spLocks noGrp="1" noChangeArrowheads="1"/>
          </p:cNvSpPr>
          <p:nvPr>
            <p:ph type="ftr" sz="quarter" idx="3"/>
          </p:nvPr>
        </p:nvSpPr>
        <p:spPr bwMode="auto">
          <a:xfrm>
            <a:off x="4165600" y="6245225"/>
            <a:ext cx="3860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cs typeface="+mn-cs"/>
              </a:defRPr>
            </a:lvl1pPr>
          </a:lstStyle>
          <a:p>
            <a:pPr>
              <a:defRPr/>
            </a:pPr>
            <a:endParaRPr lang="en-AU" dirty="0"/>
          </a:p>
        </p:txBody>
      </p:sp>
      <p:sp>
        <p:nvSpPr>
          <p:cNvPr id="4102" name="Rectangle 6"/>
          <p:cNvSpPr>
            <a:spLocks noGrp="1" noChangeArrowheads="1"/>
          </p:cNvSpPr>
          <p:nvPr>
            <p:ph type="sldNum" sz="quarter" idx="4"/>
          </p:nvPr>
        </p:nvSpPr>
        <p:spPr bwMode="auto">
          <a:xfrm>
            <a:off x="8737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cs typeface="+mn-cs"/>
              </a:defRPr>
            </a:lvl1pPr>
          </a:lstStyle>
          <a:p>
            <a:pPr>
              <a:defRPr/>
            </a:pPr>
            <a:fld id="{B73441E8-46F8-4770-A23D-405C5F7C34D0}" type="slidenum">
              <a:rPr lang="en-AU"/>
              <a:pPr>
                <a:defRPr/>
              </a:pPr>
              <a:t>‹#›</a:t>
            </a:fld>
            <a:endParaRPr lang="en-AU" dirty="0"/>
          </a:p>
        </p:txBody>
      </p:sp>
    </p:spTree>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87" r:id="rId12"/>
  </p:sldLayoutIdLst>
  <p:hf hdr="0" ftr="0" dt="0"/>
  <p:txStyles>
    <p:title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Times New Roman" pitchFamily="18" charset="0"/>
        </a:defRPr>
      </a:lvl2pPr>
      <a:lvl3pPr algn="l" rtl="0" eaLnBrk="0" fontAlgn="base" hangingPunct="0">
        <a:spcBef>
          <a:spcPct val="0"/>
        </a:spcBef>
        <a:spcAft>
          <a:spcPct val="0"/>
        </a:spcAft>
        <a:defRPr sz="4000">
          <a:solidFill>
            <a:schemeClr val="tx2"/>
          </a:solidFill>
          <a:latin typeface="Times New Roman" pitchFamily="18" charset="0"/>
        </a:defRPr>
      </a:lvl3pPr>
      <a:lvl4pPr algn="l" rtl="0" eaLnBrk="0" fontAlgn="base" hangingPunct="0">
        <a:spcBef>
          <a:spcPct val="0"/>
        </a:spcBef>
        <a:spcAft>
          <a:spcPct val="0"/>
        </a:spcAft>
        <a:defRPr sz="4000">
          <a:solidFill>
            <a:schemeClr val="tx2"/>
          </a:solidFill>
          <a:latin typeface="Times New Roman" pitchFamily="18" charset="0"/>
        </a:defRPr>
      </a:lvl4pPr>
      <a:lvl5pPr algn="l" rtl="0" eaLnBrk="0" fontAlgn="base" hangingPunct="0">
        <a:spcBef>
          <a:spcPct val="0"/>
        </a:spcBef>
        <a:spcAft>
          <a:spcPct val="0"/>
        </a:spcAft>
        <a:defRPr sz="4000">
          <a:solidFill>
            <a:schemeClr val="tx2"/>
          </a:solidFill>
          <a:latin typeface="Times New Roman" pitchFamily="18" charset="0"/>
        </a:defRPr>
      </a:lvl5pPr>
      <a:lvl6pPr marL="457200" algn="l" rtl="0" fontAlgn="base">
        <a:spcBef>
          <a:spcPct val="0"/>
        </a:spcBef>
        <a:spcAft>
          <a:spcPct val="0"/>
        </a:spcAft>
        <a:defRPr sz="4000">
          <a:solidFill>
            <a:schemeClr val="tx2"/>
          </a:solidFill>
          <a:latin typeface="Times New Roman" pitchFamily="18" charset="0"/>
        </a:defRPr>
      </a:lvl6pPr>
      <a:lvl7pPr marL="914400" algn="l" rtl="0" fontAlgn="base">
        <a:spcBef>
          <a:spcPct val="0"/>
        </a:spcBef>
        <a:spcAft>
          <a:spcPct val="0"/>
        </a:spcAft>
        <a:defRPr sz="4000">
          <a:solidFill>
            <a:schemeClr val="tx2"/>
          </a:solidFill>
          <a:latin typeface="Times New Roman" pitchFamily="18" charset="0"/>
        </a:defRPr>
      </a:lvl7pPr>
      <a:lvl8pPr marL="1371600" algn="l" rtl="0" fontAlgn="base">
        <a:spcBef>
          <a:spcPct val="0"/>
        </a:spcBef>
        <a:spcAft>
          <a:spcPct val="0"/>
        </a:spcAft>
        <a:defRPr sz="4000">
          <a:solidFill>
            <a:schemeClr val="tx2"/>
          </a:solidFill>
          <a:latin typeface="Times New Roman" pitchFamily="18" charset="0"/>
        </a:defRPr>
      </a:lvl8pPr>
      <a:lvl9pPr marL="1828800" algn="l" rtl="0" fontAlgn="base">
        <a:spcBef>
          <a:spcPct val="0"/>
        </a:spcBef>
        <a:spcAft>
          <a:spcPct val="0"/>
        </a:spcAft>
        <a:defRPr sz="40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en-AU" dirty="0"/>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en-AU" dirty="0"/>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B73441E8-46F8-4770-A23D-405C5F7C34D0}" type="slidenum">
              <a:rPr lang="en-AU" smtClean="0"/>
              <a:pPr>
                <a:defRPr/>
              </a:pPr>
              <a:t>‹#›</a:t>
            </a:fld>
            <a:endParaRPr lang="en-AU" dirty="0"/>
          </a:p>
        </p:txBody>
      </p:sp>
      <p:pic>
        <p:nvPicPr>
          <p:cNvPr id="7" name="Picture 6" descr="PPT templates-1-standard-FINAL-2.jpg"/>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785215334"/>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DFDCB2-E1AF-CF45-BF86-32B8D7F4E267}" type="slidenum">
              <a:rPr lang="en-US" smtClean="0"/>
              <a:t>‹#›</a:t>
            </a:fld>
            <a:endParaRPr lang="en-US"/>
          </a:p>
        </p:txBody>
      </p:sp>
      <p:pic>
        <p:nvPicPr>
          <p:cNvPr id="4" name="Picture 3" descr="PPT templates-1-standard-FINAL.jp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133825717"/>
      </p:ext>
    </p:extLst>
  </p:cSld>
  <p:clrMap bg1="lt1" tx1="dk1" bg2="lt2" tx2="dk2" accent1="accent1" accent2="accent2" accent3="accent3" accent4="accent4" accent5="accent5" accent6="accent6" hlink="hlink" folHlink="folHlink"/>
  <p:sldLayoutIdLst>
    <p:sldLayoutId id="2147483764" r:id="rId1"/>
    <p:sldLayoutId id="2147483765" r:id="rId2"/>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2">
        <a:schemeClr val="bg1"/>
      </p:bgRef>
    </p:bg>
    <p:spTree>
      <p:nvGrpSpPr>
        <p:cNvPr id="1" name=""/>
        <p:cNvGrpSpPr/>
        <p:nvPr/>
      </p:nvGrpSpPr>
      <p:grpSpPr>
        <a:xfrm>
          <a:off x="0" y="0"/>
          <a:ext cx="0" cy="0"/>
          <a:chOff x="0" y="0"/>
          <a:chExt cx="0" cy="0"/>
        </a:xfrm>
      </p:grpSpPr>
      <p:pic>
        <p:nvPicPr>
          <p:cNvPr id="3" name="Picture 2" descr="PPT templates-1-standard-FINAL-2.jp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002806701"/>
      </p:ext>
    </p:extLst>
  </p:cSld>
  <p:clrMap bg1="lt1" tx1="dk1" bg2="lt2" tx2="dk2" accent1="accent1" accent2="accent2" accent3="accent3" accent4="accent4" accent5="accent5" accent6="accent6" hlink="hlink" folHlink="folHlink"/>
  <p:sldLayoutIdLst>
    <p:sldLayoutId id="2147483767" r:id="rId1"/>
    <p:sldLayoutId id="2147483768" r:id="rId2"/>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4B116A7-1BBE-0246-8B18-68B8A757ECD8}" type="slidenum">
              <a:rPr lang="en-US" smtClean="0"/>
              <a:t>‹#›</a:t>
            </a:fld>
            <a:endParaRPr lang="en-US"/>
          </a:p>
        </p:txBody>
      </p:sp>
      <p:pic>
        <p:nvPicPr>
          <p:cNvPr id="4" name="Picture 3" descr="PPT templates-1-standard-covers-3-1.jpg"/>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767567174"/>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Picture 2" descr="PPT templates-1-standard-covers-3-6.jp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111075489"/>
      </p:ext>
    </p:extLst>
  </p:cSld>
  <p:clrMap bg1="lt1" tx1="dk1" bg2="lt2" tx2="dk2" accent1="accent1" accent2="accent2" accent3="accent3" accent4="accent4" accent5="accent5" accent6="accent6" hlink="hlink" folHlink="folHlink"/>
  <p:sldLayoutIdLst>
    <p:sldLayoutId id="2147483777" r:id="rId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Picture 3" descr="PPT templates-1-standard-covers-3-3.jp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116691000"/>
      </p:ext>
    </p:extLst>
  </p:cSld>
  <p:clrMap bg1="lt1" tx1="dk1" bg2="lt2" tx2="dk2" accent1="accent1" accent2="accent2" accent3="accent3" accent4="accent4" accent5="accent5" accent6="accent6" hlink="hlink" folHlink="folHlink"/>
  <p:sldLayoutIdLst>
    <p:sldLayoutId id="2147483779" r:id="rId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Picture 2" descr="PPT-templates-1-standard-6.jpg"/>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243659642"/>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10.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2.m4a"/><Relationship Id="rId1" Type="http://schemas.microsoft.com/office/2007/relationships/media" Target="../media/media2.m4a"/><Relationship Id="rId5" Type="http://schemas.openxmlformats.org/officeDocument/2006/relationships/image" Target="../media/image10.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3.m4a"/><Relationship Id="rId1" Type="http://schemas.microsoft.com/office/2007/relationships/media" Target="../media/media3.m4a"/><Relationship Id="rId6" Type="http://schemas.openxmlformats.org/officeDocument/2006/relationships/image" Target="../media/image10.png"/><Relationship Id="rId5" Type="http://schemas.openxmlformats.org/officeDocument/2006/relationships/image" Target="../media/image11.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2.xml"/><Relationship Id="rId7" Type="http://schemas.openxmlformats.org/officeDocument/2006/relationships/image" Target="../media/image10.png"/><Relationship Id="rId2" Type="http://schemas.openxmlformats.org/officeDocument/2006/relationships/audio" Target="../media/media4.m4a"/><Relationship Id="rId1" Type="http://schemas.microsoft.com/office/2007/relationships/media" Target="../media/media4.m4a"/><Relationship Id="rId6" Type="http://schemas.openxmlformats.org/officeDocument/2006/relationships/image" Target="../media/image12.png"/><Relationship Id="rId5" Type="http://schemas.openxmlformats.org/officeDocument/2006/relationships/hyperlink" Target="https://creately.com/lp/storyboard-software" TargetMode="Externa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5.m4a"/><Relationship Id="rId1" Type="http://schemas.microsoft.com/office/2007/relationships/media" Target="../media/media5.m4a"/><Relationship Id="rId6" Type="http://schemas.openxmlformats.org/officeDocument/2006/relationships/image" Target="../media/image10.png"/><Relationship Id="rId5" Type="http://schemas.openxmlformats.org/officeDocument/2006/relationships/image" Target="../media/image13.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hyperlink" Target="https://creately.com/lp/wireframe-tool-online" TargetMode="External"/><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hyperlink" Target="https://www.youtube.com/watch?v=oMmig6-yvms" TargetMode="External"/><Relationship Id="rId5" Type="http://schemas.openxmlformats.org/officeDocument/2006/relationships/image" Target="../media/image14.png"/><Relationship Id="rId4" Type="http://schemas.openxmlformats.org/officeDocument/2006/relationships/hyperlink" Target="https://creately.com/blog/marketing/how-to-use-visual-elements/"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www.figma.com/community/mobile-apps?resource_type=mixed&amp;editor_type=all&amp;price=all&amp;sort_by=all_time&amp;creators=all" TargetMode="External"/><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hyperlink" Target="https://www.figma.com/community/file/996652755163486769"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hyperlink" Target="https://www.youtube.com/watch?v=jQ1sfKIl50E" TargetMode="External"/><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hyperlink" Target="https://miro.com/templates/persona/" TargetMode="External"/><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hyperlink" Target="https://drive.google.com/drive/folders/1Sy9D9Fx-1s0ViAMfASIG_q6_3gWjI87I?usp=sharing" TargetMode="External"/><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9</a:t>
            </a:r>
          </a:p>
        </p:txBody>
      </p:sp>
      <p:sp>
        <p:nvSpPr>
          <p:cNvPr id="5" name="Title 4"/>
          <p:cNvSpPr>
            <a:spLocks noGrp="1"/>
          </p:cNvSpPr>
          <p:nvPr>
            <p:ph type="ctrTitle" idx="4294967295"/>
          </p:nvPr>
        </p:nvSpPr>
        <p:spPr>
          <a:xfrm>
            <a:off x="767408" y="764704"/>
            <a:ext cx="6984776" cy="1470025"/>
          </a:xfrm>
          <a:prstGeom prst="rect">
            <a:avLst/>
          </a:prstGeom>
        </p:spPr>
        <p:txBody>
          <a:bodyPr>
            <a:normAutofit/>
          </a:bodyPr>
          <a:lstStyle/>
          <a:p>
            <a:pPr algn="l"/>
            <a:r>
              <a:rPr lang="en-US" dirty="0">
                <a:latin typeface="Garamond" panose="02020404030301010803" pitchFamily="18" charset="0"/>
              </a:rPr>
              <a:t>FIT1055: IT professional practice and Ethics</a:t>
            </a:r>
          </a:p>
        </p:txBody>
      </p:sp>
      <p:sp>
        <p:nvSpPr>
          <p:cNvPr id="6" name="Subtitle 5"/>
          <p:cNvSpPr>
            <a:spLocks noGrp="1"/>
          </p:cNvSpPr>
          <p:nvPr>
            <p:ph type="body" sz="quarter" idx="4294967295"/>
          </p:nvPr>
        </p:nvSpPr>
        <p:spPr>
          <a:xfrm>
            <a:off x="767408" y="2427496"/>
            <a:ext cx="7776864" cy="1439863"/>
          </a:xfrm>
          <a:prstGeom prst="rect">
            <a:avLst/>
          </a:prstGeom>
        </p:spPr>
        <p:txBody>
          <a:bodyPr>
            <a:normAutofit/>
          </a:bodyPr>
          <a:lstStyle/>
          <a:p>
            <a:pPr marL="0" indent="0">
              <a:buNone/>
            </a:pPr>
            <a:r>
              <a:rPr lang="en-US" dirty="0">
                <a:solidFill>
                  <a:schemeClr val="tx2"/>
                </a:solidFill>
                <a:latin typeface="Garamond" panose="02020404030301010803" pitchFamily="18" charset="0"/>
              </a:rPr>
              <a:t>Introduction to Ethical Reasoning Framework</a:t>
            </a:r>
          </a:p>
          <a:p>
            <a:pPr marL="0" indent="0">
              <a:buNone/>
            </a:pPr>
            <a:r>
              <a:rPr lang="en-US" dirty="0">
                <a:solidFill>
                  <a:schemeClr val="tx2"/>
                </a:solidFill>
                <a:latin typeface="Garamond" panose="02020404030301010803" pitchFamily="18" charset="0"/>
              </a:rPr>
              <a:t>Part 4- </a:t>
            </a:r>
            <a:r>
              <a:rPr lang="en-US" dirty="0">
                <a:highlight>
                  <a:srgbClr val="FFFFFF"/>
                </a:highlight>
                <a:latin typeface="Garamond" panose="02020404030301010803" pitchFamily="18" charset="0"/>
              </a:rPr>
              <a:t>Design user-centered mockups </a:t>
            </a:r>
            <a:endParaRPr lang="en-US" dirty="0">
              <a:solidFill>
                <a:schemeClr val="tx2"/>
              </a:solidFill>
              <a:latin typeface="Garamond" panose="02020404030301010803" pitchFamily="18" charset="0"/>
            </a:endParaRPr>
          </a:p>
        </p:txBody>
      </p:sp>
      <p:sp>
        <p:nvSpPr>
          <p:cNvPr id="2" name="TextBox 1"/>
          <p:cNvSpPr txBox="1"/>
          <p:nvPr/>
        </p:nvSpPr>
        <p:spPr>
          <a:xfrm>
            <a:off x="15138584" y="2962762"/>
            <a:ext cx="184666" cy="369332"/>
          </a:xfrm>
          <a:prstGeom prst="rect">
            <a:avLst/>
          </a:prstGeom>
          <a:noFill/>
        </p:spPr>
        <p:txBody>
          <a:bodyPr wrap="none" rtlCol="0">
            <a:spAutoFit/>
          </a:bodyPr>
          <a:lstStyle/>
          <a:p>
            <a:endParaRPr lang="en-US" dirty="0"/>
          </a:p>
        </p:txBody>
      </p:sp>
      <p:pic>
        <p:nvPicPr>
          <p:cNvPr id="3" name="Picture 2"/>
          <p:cNvPicPr>
            <a:picLocks noChangeAspect="1"/>
          </p:cNvPicPr>
          <p:nvPr/>
        </p:nvPicPr>
        <p:blipFill rotWithShape="1">
          <a:blip r:embed="rId3"/>
          <a:srcRect l="61618" r="2096" b="651"/>
          <a:stretch/>
        </p:blipFill>
        <p:spPr>
          <a:xfrm>
            <a:off x="8256240" y="0"/>
            <a:ext cx="3347375" cy="6885384"/>
          </a:xfrm>
          <a:prstGeom prst="rect">
            <a:avLst/>
          </a:prstGeom>
        </p:spPr>
      </p:pic>
      <p:pic>
        <p:nvPicPr>
          <p:cNvPr id="4" name="Picture 3"/>
          <p:cNvPicPr>
            <a:picLocks noChangeAspect="1"/>
          </p:cNvPicPr>
          <p:nvPr/>
        </p:nvPicPr>
        <p:blipFill rotWithShape="1">
          <a:blip r:embed="rId3"/>
          <a:srcRect l="-8303" t="-32096" r="79376" b="114920"/>
          <a:stretch/>
        </p:blipFill>
        <p:spPr>
          <a:xfrm>
            <a:off x="-1934161" y="-2603813"/>
            <a:ext cx="4645785" cy="2072373"/>
          </a:xfrm>
          <a:prstGeom prst="rect">
            <a:avLst/>
          </a:prstGeom>
        </p:spPr>
      </p:pic>
      <p:pic>
        <p:nvPicPr>
          <p:cNvPr id="7" name="Picture 6"/>
          <p:cNvPicPr>
            <a:picLocks noChangeAspect="1"/>
          </p:cNvPicPr>
          <p:nvPr/>
        </p:nvPicPr>
        <p:blipFill rotWithShape="1">
          <a:blip r:embed="rId3"/>
          <a:srcRect r="66180" b="81278"/>
          <a:stretch/>
        </p:blipFill>
        <p:spPr>
          <a:xfrm>
            <a:off x="692441" y="5661249"/>
            <a:ext cx="2250885" cy="936104"/>
          </a:xfrm>
          <a:prstGeom prst="rect">
            <a:avLst/>
          </a:prstGeom>
        </p:spPr>
      </p:pic>
      <p:pic>
        <p:nvPicPr>
          <p:cNvPr id="8" name="Picture 7"/>
          <p:cNvPicPr>
            <a:picLocks noChangeAspect="1"/>
          </p:cNvPicPr>
          <p:nvPr/>
        </p:nvPicPr>
        <p:blipFill rotWithShape="1">
          <a:blip r:embed="rId3"/>
          <a:srcRect t="79504" r="77476"/>
          <a:stretch/>
        </p:blipFill>
        <p:spPr>
          <a:xfrm>
            <a:off x="2367262" y="5252513"/>
            <a:ext cx="2072554" cy="1416847"/>
          </a:xfrm>
          <a:prstGeom prst="rect">
            <a:avLst/>
          </a:prstGeom>
        </p:spPr>
      </p:pic>
    </p:spTree>
    <p:extLst>
      <p:ext uri="{BB962C8B-B14F-4D97-AF65-F5344CB8AC3E}">
        <p14:creationId xmlns:p14="http://schemas.microsoft.com/office/powerpoint/2010/main" val="9357804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F68BDA2-38F4-EFF8-5349-3215D86C02B1}"/>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9</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Learning outcomes at the end of this week</a:t>
            </a:r>
          </a:p>
        </p:txBody>
      </p:sp>
      <p:sp>
        <p:nvSpPr>
          <p:cNvPr id="3" name="Content Placeholder 2">
            <a:extLst>
              <a:ext uri="{FF2B5EF4-FFF2-40B4-BE49-F238E27FC236}">
                <a16:creationId xmlns:a16="http://schemas.microsoft.com/office/drawing/2014/main" id="{1541259C-8EE6-221B-F16D-85764B933CE9}"/>
              </a:ext>
            </a:extLst>
          </p:cNvPr>
          <p:cNvSpPr>
            <a:spLocks noGrp="1"/>
          </p:cNvSpPr>
          <p:nvPr>
            <p:ph type="body" sz="quarter" idx="10"/>
          </p:nvPr>
        </p:nvSpPr>
        <p:spPr>
          <a:xfrm>
            <a:off x="875420" y="1389768"/>
            <a:ext cx="9865096" cy="4608512"/>
          </a:xfrm>
        </p:spPr>
        <p:txBody>
          <a:bodyPr>
            <a:normAutofit/>
          </a:bodyPr>
          <a:lstStyle/>
          <a:p>
            <a:pPr marL="457200" indent="-457200">
              <a:lnSpc>
                <a:spcPct val="150000"/>
              </a:lnSpc>
              <a:buFont typeface="+mj-lt"/>
              <a:buAutoNum type="arabicPeriod"/>
            </a:pPr>
            <a:r>
              <a:rPr lang="en-US" b="0" i="0" dirty="0">
                <a:solidFill>
                  <a:srgbClr val="000000"/>
                </a:solidFill>
                <a:effectLst/>
                <a:latin typeface="Garamond" panose="02020404030301010803" pitchFamily="18" charset="0"/>
              </a:rPr>
              <a:t>Comprehend why mockup/prototype design </a:t>
            </a:r>
            <a:r>
              <a:rPr lang="en-US" dirty="0">
                <a:solidFill>
                  <a:srgbClr val="000000"/>
                </a:solidFill>
                <a:latin typeface="Garamond" panose="02020404030301010803" pitchFamily="18" charset="0"/>
              </a:rPr>
              <a:t>can be an effective tool for communicating your ideas</a:t>
            </a:r>
            <a:endParaRPr lang="en-US" b="0" i="0" dirty="0">
              <a:solidFill>
                <a:srgbClr val="000000"/>
              </a:solidFill>
              <a:effectLst/>
              <a:latin typeface="Garamond" panose="02020404030301010803" pitchFamily="18" charset="0"/>
            </a:endParaRPr>
          </a:p>
          <a:p>
            <a:pPr marL="457200" indent="-457200" algn="l">
              <a:lnSpc>
                <a:spcPct val="150000"/>
              </a:lnSpc>
              <a:buFont typeface="+mj-lt"/>
              <a:buAutoNum type="arabicPeriod"/>
            </a:pPr>
            <a:r>
              <a:rPr lang="en-US" b="0" i="0" dirty="0">
                <a:solidFill>
                  <a:srgbClr val="000000"/>
                </a:solidFill>
                <a:effectLst/>
                <a:latin typeface="Garamond" panose="02020404030301010803" pitchFamily="18" charset="0"/>
              </a:rPr>
              <a:t>Synthesize how to make use of the Figma design tool as a tool for the effective communication of your ideas</a:t>
            </a:r>
          </a:p>
          <a:p>
            <a:pPr marL="457200" indent="-457200">
              <a:lnSpc>
                <a:spcPct val="150000"/>
              </a:lnSpc>
              <a:buFont typeface="+mj-lt"/>
              <a:buAutoNum type="arabicPeriod"/>
            </a:pPr>
            <a:r>
              <a:rPr lang="en-US" dirty="0">
                <a:latin typeface="Garamond" panose="02020404030301010803" pitchFamily="18" charset="0"/>
              </a:rPr>
              <a:t>Translate Step 3 ethical pseudocode into tangible interface designs that embed ethical safeguards</a:t>
            </a:r>
          </a:p>
          <a:p>
            <a:endParaRPr lang="en-US" sz="2600" dirty="0">
              <a:latin typeface="Garamond" panose="02020404030301010803" pitchFamily="18" charset="0"/>
            </a:endParaRPr>
          </a:p>
        </p:txBody>
      </p:sp>
    </p:spTree>
    <p:extLst>
      <p:ext uri="{BB962C8B-B14F-4D97-AF65-F5344CB8AC3E}">
        <p14:creationId xmlns:p14="http://schemas.microsoft.com/office/powerpoint/2010/main" val="28750314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3B3FBA0-806F-53EB-9BE8-0C053D6560B0}"/>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9</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This week, we will look at Step 3</a:t>
            </a:r>
          </a:p>
        </p:txBody>
      </p:sp>
      <p:sp>
        <p:nvSpPr>
          <p:cNvPr id="3" name="Subtitle 2">
            <a:extLst>
              <a:ext uri="{FF2B5EF4-FFF2-40B4-BE49-F238E27FC236}">
                <a16:creationId xmlns:a16="http://schemas.microsoft.com/office/drawing/2014/main" id="{578EFCE4-D7F8-FBF1-E646-3179DA576A77}"/>
              </a:ext>
            </a:extLst>
          </p:cNvPr>
          <p:cNvSpPr>
            <a:spLocks noGrp="1"/>
          </p:cNvSpPr>
          <p:nvPr>
            <p:ph type="subTitle" idx="1"/>
          </p:nvPr>
        </p:nvSpPr>
        <p:spPr>
          <a:xfrm>
            <a:off x="1991544" y="2708920"/>
            <a:ext cx="9974560" cy="1913731"/>
          </a:xfrm>
        </p:spPr>
        <p:txBody>
          <a:bodyPr/>
          <a:lstStyle/>
          <a:p>
            <a:pPr algn="l"/>
            <a:endParaRPr lang="en-US" dirty="0"/>
          </a:p>
          <a:p>
            <a:pPr algn="l"/>
            <a:endParaRPr lang="en-US" dirty="0"/>
          </a:p>
        </p:txBody>
      </p:sp>
      <p:sp>
        <p:nvSpPr>
          <p:cNvPr id="4" name="Slide Number Placeholder 3">
            <a:extLst>
              <a:ext uri="{FF2B5EF4-FFF2-40B4-BE49-F238E27FC236}">
                <a16:creationId xmlns:a16="http://schemas.microsoft.com/office/drawing/2014/main" id="{A1B15A65-8088-DAB4-29CE-D011C8DFF6A2}"/>
              </a:ext>
            </a:extLst>
          </p:cNvPr>
          <p:cNvSpPr>
            <a:spLocks noGrp="1"/>
          </p:cNvSpPr>
          <p:nvPr>
            <p:ph type="sldNum" sz="quarter" idx="12"/>
          </p:nvPr>
        </p:nvSpPr>
        <p:spPr/>
        <p:txBody>
          <a:bodyPr/>
          <a:lstStyle/>
          <a:p>
            <a:pPr>
              <a:defRPr/>
            </a:pPr>
            <a:fld id="{65D7EE65-8AFE-4022-B3D9-7794B9342842}" type="slidenum">
              <a:rPr lang="en-AU" smtClean="0">
                <a:latin typeface="Garamond" pitchFamily="34" charset="0"/>
              </a:rPr>
              <a:pPr>
                <a:defRPr/>
              </a:pPr>
              <a:t>3</a:t>
            </a:fld>
            <a:endParaRPr lang="en-AU" dirty="0"/>
          </a:p>
        </p:txBody>
      </p:sp>
      <p:sp>
        <p:nvSpPr>
          <p:cNvPr id="5" name="TextBox 4">
            <a:extLst>
              <a:ext uri="{FF2B5EF4-FFF2-40B4-BE49-F238E27FC236}">
                <a16:creationId xmlns:a16="http://schemas.microsoft.com/office/drawing/2014/main" id="{31F8D6FC-5DDC-B25C-19F8-B66BDA1CC93B}"/>
              </a:ext>
            </a:extLst>
          </p:cNvPr>
          <p:cNvSpPr txBox="1"/>
          <p:nvPr/>
        </p:nvSpPr>
        <p:spPr>
          <a:xfrm>
            <a:off x="967968" y="1644766"/>
            <a:ext cx="8309297" cy="3785652"/>
          </a:xfrm>
          <a:prstGeom prst="rect">
            <a:avLst/>
          </a:prstGeom>
          <a:noFill/>
        </p:spPr>
        <p:txBody>
          <a:bodyPr wrap="square">
            <a:spAutoFit/>
          </a:bodyPr>
          <a:lstStyle/>
          <a:p>
            <a:r>
              <a:rPr lang="en-US" sz="2400" b="1" dirty="0">
                <a:highlight>
                  <a:srgbClr val="FFFFFF"/>
                </a:highlight>
                <a:latin typeface="Garamond" panose="02020404030301010803" pitchFamily="18" charset="0"/>
              </a:rPr>
              <a:t>Step 1 - Analyze and Define</a:t>
            </a:r>
          </a:p>
          <a:p>
            <a:r>
              <a:rPr lang="en-US" sz="2400" dirty="0">
                <a:highlight>
                  <a:srgbClr val="FFFFFF"/>
                </a:highlight>
                <a:latin typeface="Garamond" panose="02020404030301010803" pitchFamily="18" charset="0"/>
              </a:rPr>
              <a:t>Evaluate ACM Code of Ethics violations and define stakeholders’ impact</a:t>
            </a:r>
          </a:p>
          <a:p>
            <a:endParaRPr lang="en-US" sz="2400" b="1" dirty="0">
              <a:highlight>
                <a:srgbClr val="FFFFFF"/>
              </a:highlight>
              <a:latin typeface="Garamond" panose="02020404030301010803" pitchFamily="18" charset="0"/>
            </a:endParaRPr>
          </a:p>
          <a:p>
            <a:r>
              <a:rPr lang="en-US" sz="2400" b="1" dirty="0">
                <a:highlight>
                  <a:srgbClr val="FFFFFF"/>
                </a:highlight>
                <a:latin typeface="Garamond" panose="02020404030301010803" pitchFamily="18" charset="0"/>
              </a:rPr>
              <a:t>Step 2 – Design solutions using Design Thinking</a:t>
            </a:r>
          </a:p>
          <a:p>
            <a:r>
              <a:rPr lang="en-US" sz="2400" dirty="0">
                <a:highlight>
                  <a:srgbClr val="FFFFFF"/>
                </a:highlight>
                <a:latin typeface="Garamond" panose="02020404030301010803" pitchFamily="18" charset="0"/>
              </a:rPr>
              <a:t>Create solutions addressing violations </a:t>
            </a:r>
            <a:endParaRPr lang="en-US" sz="2400" b="1" dirty="0">
              <a:highlight>
                <a:srgbClr val="FFFFFF"/>
              </a:highlight>
              <a:latin typeface="Garamond" panose="02020404030301010803" pitchFamily="18" charset="0"/>
            </a:endParaRPr>
          </a:p>
          <a:p>
            <a:endParaRPr lang="en-US" sz="2400" b="1" dirty="0">
              <a:highlight>
                <a:srgbClr val="FFFFFF"/>
              </a:highlight>
              <a:latin typeface="Garamond" panose="02020404030301010803" pitchFamily="18" charset="0"/>
            </a:endParaRPr>
          </a:p>
          <a:p>
            <a:r>
              <a:rPr lang="en-US" sz="2400" b="1" dirty="0">
                <a:highlight>
                  <a:srgbClr val="FFFFFF"/>
                </a:highlight>
                <a:latin typeface="Garamond" panose="02020404030301010803" pitchFamily="18" charset="0"/>
              </a:rPr>
              <a:t>Step 3 - Implement</a:t>
            </a:r>
            <a:r>
              <a:rPr lang="en-US" sz="2400" dirty="0">
                <a:highlight>
                  <a:srgbClr val="FFFFFF"/>
                </a:highlight>
                <a:latin typeface="Garamond" panose="02020404030301010803" pitchFamily="18" charset="0"/>
              </a:rPr>
              <a:t>: Apply ethical system theories in code </a:t>
            </a:r>
            <a:endParaRPr lang="en-US" sz="2400" b="1" dirty="0">
              <a:highlight>
                <a:srgbClr val="FFFFFF"/>
              </a:highlight>
              <a:latin typeface="Garamond" panose="02020404030301010803" pitchFamily="18" charset="0"/>
            </a:endParaRPr>
          </a:p>
          <a:p>
            <a:endParaRPr lang="en-US" sz="2400" b="1" dirty="0">
              <a:highlight>
                <a:srgbClr val="FFFFFF"/>
              </a:highlight>
              <a:latin typeface="Garamond" panose="02020404030301010803" pitchFamily="18" charset="0"/>
            </a:endParaRPr>
          </a:p>
          <a:p>
            <a:r>
              <a:rPr lang="en-US" sz="2400" b="1" dirty="0">
                <a:solidFill>
                  <a:srgbClr val="FF0000"/>
                </a:solidFill>
                <a:highlight>
                  <a:srgbClr val="FFFFFF"/>
                </a:highlight>
                <a:latin typeface="Garamond" panose="02020404030301010803" pitchFamily="18" charset="0"/>
              </a:rPr>
              <a:t>Step 4- Visualize</a:t>
            </a:r>
            <a:r>
              <a:rPr lang="en-US" sz="2400" dirty="0">
                <a:solidFill>
                  <a:srgbClr val="FF0000"/>
                </a:solidFill>
                <a:highlight>
                  <a:srgbClr val="FFFFFF"/>
                </a:highlight>
                <a:latin typeface="Garamond" panose="02020404030301010803" pitchFamily="18" charset="0"/>
              </a:rPr>
              <a:t>: Design user-centered mockups </a:t>
            </a:r>
          </a:p>
        </p:txBody>
      </p:sp>
    </p:spTree>
    <p:extLst>
      <p:ext uri="{BB962C8B-B14F-4D97-AF65-F5344CB8AC3E}">
        <p14:creationId xmlns:p14="http://schemas.microsoft.com/office/powerpoint/2010/main" val="2556131475"/>
      </p:ext>
    </p:extLst>
  </p:cSld>
  <p:clrMapOvr>
    <a:masterClrMapping/>
  </p:clrMapOvr>
  <mc:AlternateContent xmlns:mc="http://schemas.openxmlformats.org/markup-compatibility/2006" xmlns:p14="http://schemas.microsoft.com/office/powerpoint/2010/main">
    <mc:Choice Requires="p14">
      <p:transition spd="slow" p14:dur="2000" advTm="33365"/>
    </mc:Choice>
    <mc:Fallback xmlns="">
      <p:transition spd="slow" advTm="33365"/>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2B5C"/>
        </a:solidFill>
        <a:effectLst/>
      </p:bgPr>
    </p:bg>
    <p:spTree>
      <p:nvGrpSpPr>
        <p:cNvPr id="1" name="">
          <a:extLst>
            <a:ext uri="{FF2B5EF4-FFF2-40B4-BE49-F238E27FC236}">
              <a16:creationId xmlns:a16="http://schemas.microsoft.com/office/drawing/2014/main" id="{B032F402-6C14-1F2D-3D92-F5853FA23F24}"/>
            </a:ext>
          </a:extLst>
        </p:cNvPr>
        <p:cNvGrpSpPr/>
        <p:nvPr/>
      </p:nvGrpSpPr>
      <p:grpSpPr>
        <a:xfrm>
          <a:off x="0" y="0"/>
          <a:ext cx="0" cy="0"/>
          <a:chOff x="0" y="0"/>
          <a:chExt cx="0" cy="0"/>
        </a:xfrm>
      </p:grpSpPr>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9</a:t>
            </a:r>
          </a:p>
        </p:txBody>
      </p:sp>
      <p:sp>
        <p:nvSpPr>
          <p:cNvPr id="901" name="SecTitle"/>
          <p:cNvSpPr/>
          <p:nvPr/>
        </p:nvSpPr>
        <p:spPr>
          <a:xfrm>
            <a:off x="609600" y="1524000"/>
            <a:ext cx="10972800" cy="1800000"/>
          </a:xfrm>
          <a:prstGeom prst="rect">
            <a:avLst/>
          </a:prstGeom>
          <a:noFill/>
          <a:ln w="0">
            <a:noFill/>
          </a:ln>
        </p:spPr>
        <p:txBody>
          <a:bodyPr wrap="square" lIns="0" tIns="0" rIns="0" bIns="0" rtlCol="0" anchor="b">
            <a:normAutofit/>
          </a:bodyPr>
          <a:lstStyle/>
          <a:p>
            <a:pPr marL="0" indent="0" algn="l">
              <a:buNone/>
            </a:pPr>
            <a:r>
              <a:rPr lang="en-US" sz="4400" b="1" dirty="0">
                <a:solidFill>
                  <a:srgbClr val="FFFFFF"/>
                </a:solidFill>
                <a:latin typeface="Garamond" pitchFamily="34" charset="0"/>
              </a:rPr>
              <a:t>Introduction to mockups and prototyping</a:t>
            </a:r>
          </a:p>
        </p:txBody>
      </p:sp>
      <p:sp>
        <p:nvSpPr>
          <p:cNvPr id="906" name="SecLine"/>
          <p:cNvSpPr/>
          <p:nvPr/>
        </p:nvSpPr>
        <p:spPr>
          <a:xfrm>
            <a:off x="609600" y="3400000"/>
            <a:ext cx="4876800" cy="73152"/>
          </a:xfrm>
          <a:prstGeom prst="rect">
            <a:avLst/>
          </a:prstGeom>
          <a:solidFill>
            <a:srgbClr val="5BC2E7"/>
          </a:solidFill>
          <a:ln w="0">
            <a:noFill/>
          </a:ln>
        </p:spPr>
        <p:txBody>
          <a:bodyPr/>
          <a:lstStyle/>
          <a:p>
            <a:endParaRPr lang="en-US"/>
          </a:p>
        </p:txBody>
      </p:sp>
    </p:spTree>
    <p:extLst>
      <p:ext uri="{BB962C8B-B14F-4D97-AF65-F5344CB8AC3E}">
        <p14:creationId xmlns:p14="http://schemas.microsoft.com/office/powerpoint/2010/main" val="14620305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938706F-188D-E14A-09EF-16FEF932D441}"/>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9</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What is a mockup?</a:t>
            </a:r>
          </a:p>
        </p:txBody>
      </p:sp>
      <p:sp>
        <p:nvSpPr>
          <p:cNvPr id="3" name="Rectangle 2">
            <a:extLst>
              <a:ext uri="{FF2B5EF4-FFF2-40B4-BE49-F238E27FC236}">
                <a16:creationId xmlns:a16="http://schemas.microsoft.com/office/drawing/2014/main" id="{F34D17F4-8346-3C57-39DA-F7348F86B4C5}"/>
              </a:ext>
            </a:extLst>
          </p:cNvPr>
          <p:cNvSpPr/>
          <p:nvPr/>
        </p:nvSpPr>
        <p:spPr>
          <a:xfrm>
            <a:off x="620937" y="1495387"/>
            <a:ext cx="5384800" cy="4525963"/>
          </a:xfrm>
          <a:prstGeom prst="rect">
            <a:avLst/>
          </a:prstGeom>
        </p:spPr>
        <p:txBody>
          <a:bodyPr>
            <a:normAutofit lnSpcReduction="10000"/>
          </a:bodyPr>
          <a:lstStyle/>
          <a:p>
            <a:pPr marL="342900" indent="-342900" eaLnBrk="0" hangingPunct="0">
              <a:spcBef>
                <a:spcPct val="20000"/>
              </a:spcBef>
              <a:buFont typeface="Arial" panose="020B0604020202020204" pitchFamily="34" charset="0"/>
              <a:buChar char="•"/>
            </a:pPr>
            <a:r>
              <a:rPr lang="en-US" sz="2800" dirty="0">
                <a:latin typeface="Garamond" panose="02020404030301010803" pitchFamily="18" charset="0"/>
              </a:rPr>
              <a:t>Detailed visual representation/model of a product or design</a:t>
            </a:r>
          </a:p>
          <a:p>
            <a:pPr marL="342900" indent="-342900" eaLnBrk="0" hangingPunct="0">
              <a:spcBef>
                <a:spcPct val="20000"/>
              </a:spcBef>
              <a:buFont typeface="Arial" panose="020B0604020202020204" pitchFamily="34" charset="0"/>
              <a:buChar char="•"/>
            </a:pPr>
            <a:r>
              <a:rPr lang="en-US" sz="2800" dirty="0">
                <a:latin typeface="Garamond" panose="02020404030301010803" pitchFamily="18" charset="0"/>
              </a:rPr>
              <a:t>Static yet realistic preview of final product </a:t>
            </a:r>
          </a:p>
          <a:p>
            <a:pPr marL="342900" indent="-342900" eaLnBrk="0" hangingPunct="0">
              <a:spcBef>
                <a:spcPct val="20000"/>
              </a:spcBef>
              <a:buFont typeface="Arial" panose="020B0604020202020204" pitchFamily="34" charset="0"/>
              <a:buChar char="•"/>
            </a:pPr>
            <a:r>
              <a:rPr lang="en-US" sz="2800" dirty="0">
                <a:latin typeface="Garamond" panose="02020404030301010803" pitchFamily="18" charset="0"/>
              </a:rPr>
              <a:t>Not fully functional but visually complete</a:t>
            </a:r>
          </a:p>
          <a:p>
            <a:pPr eaLnBrk="0" hangingPunct="0">
              <a:spcBef>
                <a:spcPct val="20000"/>
              </a:spcBef>
            </a:pPr>
            <a:endParaRPr lang="en-US" sz="2800" dirty="0">
              <a:latin typeface="Garamond" panose="02020404030301010803" pitchFamily="18" charset="0"/>
            </a:endParaRPr>
          </a:p>
          <a:p>
            <a:pPr eaLnBrk="0" hangingPunct="0">
              <a:spcBef>
                <a:spcPct val="20000"/>
              </a:spcBef>
            </a:pPr>
            <a:r>
              <a:rPr lang="en-US" sz="2800" dirty="0">
                <a:latin typeface="Garamond" panose="02020404030301010803" pitchFamily="18" charset="0"/>
              </a:rPr>
              <a:t>Both are used interchangeably</a:t>
            </a:r>
          </a:p>
          <a:p>
            <a:pPr eaLnBrk="0" hangingPunct="0">
              <a:spcBef>
                <a:spcPct val="20000"/>
              </a:spcBef>
            </a:pPr>
            <a:r>
              <a:rPr lang="en-US" sz="2800" dirty="0">
                <a:latin typeface="Garamond" panose="02020404030301010803" pitchFamily="18" charset="0"/>
              </a:rPr>
              <a:t>Mockup and prototype</a:t>
            </a:r>
          </a:p>
        </p:txBody>
      </p:sp>
      <p:pic>
        <p:nvPicPr>
          <p:cNvPr id="5" name="Picture 4">
            <a:extLst>
              <a:ext uri="{FF2B5EF4-FFF2-40B4-BE49-F238E27FC236}">
                <a16:creationId xmlns:a16="http://schemas.microsoft.com/office/drawing/2014/main" id="{5BCC4B51-9AA9-6F0D-2F84-FF849F7397C5}"/>
              </a:ext>
            </a:extLst>
          </p:cNvPr>
          <p:cNvPicPr>
            <a:picLocks noChangeAspect="1"/>
          </p:cNvPicPr>
          <p:nvPr/>
        </p:nvPicPr>
        <p:blipFill>
          <a:blip r:embed="rId3"/>
          <a:stretch>
            <a:fillRect/>
          </a:stretch>
        </p:blipFill>
        <p:spPr>
          <a:xfrm>
            <a:off x="6197600" y="1916832"/>
            <a:ext cx="5963576" cy="3548328"/>
          </a:xfrm>
          <a:prstGeom prst="rect">
            <a:avLst/>
          </a:prstGeom>
          <a:noFill/>
        </p:spPr>
      </p:pic>
      <p:sp>
        <p:nvSpPr>
          <p:cNvPr id="12" name="Slide Number Placeholder 4">
            <a:extLst>
              <a:ext uri="{FF2B5EF4-FFF2-40B4-BE49-F238E27FC236}">
                <a16:creationId xmlns:a16="http://schemas.microsoft.com/office/drawing/2014/main" id="{A6ECAFF8-C230-BF97-ECB1-EF3F05C956E5}"/>
              </a:ext>
            </a:extLst>
          </p:cNvPr>
          <p:cNvSpPr>
            <a:spLocks noGrp="1"/>
          </p:cNvSpPr>
          <p:nvPr>
            <p:ph type="sldNum" sz="quarter" idx="12"/>
          </p:nvPr>
        </p:nvSpPr>
        <p:spPr>
          <a:xfrm>
            <a:off x="8737600" y="6245225"/>
            <a:ext cx="2844800" cy="476250"/>
          </a:xfrm>
        </p:spPr>
        <p:txBody>
          <a:bodyPr/>
          <a:lstStyle/>
          <a:p>
            <a:pPr>
              <a:spcAft>
                <a:spcPts val="600"/>
              </a:spcAft>
              <a:defRPr/>
            </a:pPr>
            <a:fld id="{6ECD963F-0ABF-4DDA-94F2-B28E844934B8}" type="slidenum">
              <a:rPr lang="en-AU">
                <a:latin typeface="Garamond" pitchFamily="34" charset="0"/>
              </a:rPr>
              <a:pPr>
                <a:spcAft>
                  <a:spcPts val="600"/>
                </a:spcAft>
                <a:defRPr/>
              </a:pPr>
              <a:t>5</a:t>
            </a:fld>
            <a:endParaRPr lang="en-AU"/>
          </a:p>
        </p:txBody>
      </p:sp>
    </p:spTree>
    <p:extLst>
      <p:ext uri="{BB962C8B-B14F-4D97-AF65-F5344CB8AC3E}">
        <p14:creationId xmlns:p14="http://schemas.microsoft.com/office/powerpoint/2010/main" val="39102902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367D583-EE72-5D62-09C9-903507C80F90}"/>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9</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When do we use mockups?</a:t>
            </a:r>
          </a:p>
        </p:txBody>
      </p:sp>
      <p:sp>
        <p:nvSpPr>
          <p:cNvPr id="3" name="Rectangle 2">
            <a:extLst>
              <a:ext uri="{FF2B5EF4-FFF2-40B4-BE49-F238E27FC236}">
                <a16:creationId xmlns:a16="http://schemas.microsoft.com/office/drawing/2014/main" id="{E3919EF2-FADF-3D28-E95A-7DBC2504C5D2}"/>
              </a:ext>
            </a:extLst>
          </p:cNvPr>
          <p:cNvSpPr/>
          <p:nvPr/>
        </p:nvSpPr>
        <p:spPr>
          <a:xfrm>
            <a:off x="605021" y="2273212"/>
            <a:ext cx="5384800" cy="4525963"/>
          </a:xfrm>
          <a:prstGeom prst="rect">
            <a:avLst/>
          </a:prstGeom>
        </p:spPr>
        <p:txBody>
          <a:bodyPr>
            <a:normAutofit/>
          </a:bodyPr>
          <a:lstStyle/>
          <a:p>
            <a:pPr marL="342900" indent="-342900" eaLnBrk="0" hangingPunct="0">
              <a:spcBef>
                <a:spcPct val="20000"/>
              </a:spcBef>
              <a:buFont typeface="Arial" panose="020B0604020202020204" pitchFamily="34" charset="0"/>
              <a:buChar char="•"/>
            </a:pPr>
            <a:r>
              <a:rPr lang="en-US" sz="2400" dirty="0">
                <a:latin typeface="Garamond" panose="02020404030301010803" pitchFamily="18" charset="0"/>
              </a:rPr>
              <a:t>Software: Visualize UI/UX before coding</a:t>
            </a:r>
          </a:p>
          <a:p>
            <a:pPr marL="342900" indent="-342900">
              <a:lnSpc>
                <a:spcPct val="150000"/>
              </a:lnSpc>
              <a:buFont typeface="Arial" panose="020B0604020202020204" pitchFamily="34" charset="0"/>
              <a:buChar char="•"/>
            </a:pPr>
            <a:r>
              <a:rPr lang="en-US" sz="2400" dirty="0">
                <a:latin typeface="Garamond" panose="02020404030301010803" pitchFamily="18" charset="0"/>
              </a:rPr>
              <a:t>Products: Present concepts, evaluate ergonomics/aesthetics</a:t>
            </a:r>
          </a:p>
          <a:p>
            <a:pPr marL="342900" indent="-342900">
              <a:lnSpc>
                <a:spcPct val="150000"/>
              </a:lnSpc>
              <a:buFont typeface="Arial" panose="020B0604020202020204" pitchFamily="34" charset="0"/>
              <a:buChar char="•"/>
            </a:pPr>
            <a:r>
              <a:rPr lang="en-US" sz="2400" dirty="0">
                <a:latin typeface="Garamond" panose="02020404030301010803" pitchFamily="18" charset="0"/>
              </a:rPr>
              <a:t>Improve communication between teams </a:t>
            </a:r>
          </a:p>
          <a:p>
            <a:pPr marL="342900" indent="-342900">
              <a:lnSpc>
                <a:spcPct val="150000"/>
              </a:lnSpc>
              <a:buFont typeface="Arial" panose="020B0604020202020204" pitchFamily="34" charset="0"/>
              <a:buChar char="•"/>
            </a:pPr>
            <a:r>
              <a:rPr lang="en-US" sz="2400" dirty="0">
                <a:latin typeface="Garamond" panose="02020404030301010803" pitchFamily="18" charset="0"/>
              </a:rPr>
              <a:t>Connect developers, designers, and stakeholders</a:t>
            </a:r>
          </a:p>
          <a:p>
            <a:pPr marL="457200" indent="-457200" eaLnBrk="0" hangingPunct="0">
              <a:spcBef>
                <a:spcPct val="20000"/>
              </a:spcBef>
              <a:buFont typeface="Arial" panose="020B0604020202020204" pitchFamily="34" charset="0"/>
              <a:buChar char="•"/>
            </a:pPr>
            <a:endParaRPr lang="en-US" sz="2800" dirty="0">
              <a:latin typeface="Garamond" panose="02020404030301010803" pitchFamily="18" charset="0"/>
            </a:endParaRPr>
          </a:p>
        </p:txBody>
      </p:sp>
      <p:pic>
        <p:nvPicPr>
          <p:cNvPr id="2" name="Picture 1">
            <a:extLst>
              <a:ext uri="{FF2B5EF4-FFF2-40B4-BE49-F238E27FC236}">
                <a16:creationId xmlns:a16="http://schemas.microsoft.com/office/drawing/2014/main" id="{71BCD40A-3E41-57B7-A158-C287A0DE9E47}"/>
              </a:ext>
            </a:extLst>
          </p:cNvPr>
          <p:cNvPicPr>
            <a:picLocks noChangeAspect="1"/>
          </p:cNvPicPr>
          <p:nvPr/>
        </p:nvPicPr>
        <p:blipFill>
          <a:blip r:embed="rId3"/>
          <a:stretch>
            <a:fillRect/>
          </a:stretch>
        </p:blipFill>
        <p:spPr>
          <a:xfrm>
            <a:off x="6197600" y="2241011"/>
            <a:ext cx="5384800" cy="3244342"/>
          </a:xfrm>
          <a:prstGeom prst="rect">
            <a:avLst/>
          </a:prstGeom>
          <a:noFill/>
        </p:spPr>
      </p:pic>
      <p:sp>
        <p:nvSpPr>
          <p:cNvPr id="12" name="Slide Number Placeholder 4">
            <a:extLst>
              <a:ext uri="{FF2B5EF4-FFF2-40B4-BE49-F238E27FC236}">
                <a16:creationId xmlns:a16="http://schemas.microsoft.com/office/drawing/2014/main" id="{22473E5F-5005-F80F-9D00-F86145F9867D}"/>
              </a:ext>
            </a:extLst>
          </p:cNvPr>
          <p:cNvSpPr>
            <a:spLocks noGrp="1"/>
          </p:cNvSpPr>
          <p:nvPr>
            <p:ph type="sldNum" sz="quarter" idx="12"/>
          </p:nvPr>
        </p:nvSpPr>
        <p:spPr>
          <a:xfrm>
            <a:off x="8737600" y="6245225"/>
            <a:ext cx="2844800" cy="476250"/>
          </a:xfrm>
        </p:spPr>
        <p:txBody>
          <a:bodyPr vert="horz" wrap="square" lIns="91440" tIns="45720" rIns="91440" bIns="45720" numCol="1" anchor="t" anchorCtr="0" compatLnSpc="1">
            <a:prstTxWarp prst="textNoShape">
              <a:avLst/>
            </a:prstTxWarp>
            <a:normAutofit/>
          </a:bodyPr>
          <a:lstStyle/>
          <a:p>
            <a:pPr>
              <a:spcAft>
                <a:spcPts val="600"/>
              </a:spcAft>
              <a:defRPr/>
            </a:pPr>
            <a:fld id="{6ECD963F-0ABF-4DDA-94F2-B28E844934B8}" type="slidenum">
              <a:rPr lang="en-AU" kern="1200">
                <a:latin typeface="Arial" charset="0"/>
                <a:ea typeface="+mn-ea"/>
                <a:cs typeface="+mn-cs"/>
              </a:rPr>
              <a:pPr>
                <a:spcAft>
                  <a:spcPts val="600"/>
                </a:spcAft>
                <a:defRPr/>
              </a:pPr>
              <a:t>6</a:t>
            </a:fld>
            <a:endParaRPr lang="en-AU" kern="1200">
              <a:latin typeface="Arial" charset="0"/>
              <a:ea typeface="+mn-ea"/>
              <a:cs typeface="+mn-cs"/>
            </a:endParaRPr>
          </a:p>
        </p:txBody>
      </p:sp>
    </p:spTree>
    <p:extLst>
      <p:ext uri="{BB962C8B-B14F-4D97-AF65-F5344CB8AC3E}">
        <p14:creationId xmlns:p14="http://schemas.microsoft.com/office/powerpoint/2010/main" val="1209594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D50AA21-88A0-8798-EEAA-3D2E1F62E8B2}"/>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9</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Types of mockups</a:t>
            </a:r>
          </a:p>
        </p:txBody>
      </p:sp>
      <p:sp>
        <p:nvSpPr>
          <p:cNvPr id="3" name="Subtitle 2">
            <a:extLst>
              <a:ext uri="{FF2B5EF4-FFF2-40B4-BE49-F238E27FC236}">
                <a16:creationId xmlns:a16="http://schemas.microsoft.com/office/drawing/2014/main" id="{DA051C0E-977C-B1C4-EEDF-C924FAFBEB65}"/>
              </a:ext>
            </a:extLst>
          </p:cNvPr>
          <p:cNvSpPr>
            <a:spLocks noGrp="1"/>
          </p:cNvSpPr>
          <p:nvPr>
            <p:ph type="subTitle" idx="1"/>
          </p:nvPr>
        </p:nvSpPr>
        <p:spPr>
          <a:xfrm>
            <a:off x="1991544" y="2708920"/>
            <a:ext cx="9974560" cy="1913731"/>
          </a:xfrm>
        </p:spPr>
        <p:txBody>
          <a:bodyPr/>
          <a:lstStyle/>
          <a:p>
            <a:pPr algn="l"/>
            <a:endParaRPr lang="en-US" dirty="0"/>
          </a:p>
          <a:p>
            <a:pPr algn="l"/>
            <a:endParaRPr lang="en-US" dirty="0"/>
          </a:p>
        </p:txBody>
      </p:sp>
      <p:sp>
        <p:nvSpPr>
          <p:cNvPr id="4" name="Slide Number Placeholder 3">
            <a:extLst>
              <a:ext uri="{FF2B5EF4-FFF2-40B4-BE49-F238E27FC236}">
                <a16:creationId xmlns:a16="http://schemas.microsoft.com/office/drawing/2014/main" id="{7114E8A1-227F-BA40-1372-D2F3E6A429E4}"/>
              </a:ext>
            </a:extLst>
          </p:cNvPr>
          <p:cNvSpPr>
            <a:spLocks noGrp="1"/>
          </p:cNvSpPr>
          <p:nvPr>
            <p:ph type="sldNum" sz="quarter" idx="12"/>
          </p:nvPr>
        </p:nvSpPr>
        <p:spPr/>
        <p:txBody>
          <a:bodyPr/>
          <a:lstStyle/>
          <a:p>
            <a:pPr>
              <a:defRPr/>
            </a:pPr>
            <a:fld id="{65D7EE65-8AFE-4022-B3D9-7794B9342842}" type="slidenum">
              <a:rPr lang="en-AU" smtClean="0">
                <a:latin typeface="Garamond" pitchFamily="34" charset="0"/>
              </a:rPr>
              <a:pPr>
                <a:defRPr/>
              </a:pPr>
              <a:t>7</a:t>
            </a:fld>
            <a:endParaRPr lang="en-AU" dirty="0"/>
          </a:p>
        </p:txBody>
      </p:sp>
      <p:sp>
        <p:nvSpPr>
          <p:cNvPr id="6" name="Rectangle 5">
            <a:extLst>
              <a:ext uri="{FF2B5EF4-FFF2-40B4-BE49-F238E27FC236}">
                <a16:creationId xmlns:a16="http://schemas.microsoft.com/office/drawing/2014/main" id="{BDE734CE-DB4F-AD3C-F4D7-147988619494}"/>
              </a:ext>
            </a:extLst>
          </p:cNvPr>
          <p:cNvSpPr/>
          <p:nvPr/>
        </p:nvSpPr>
        <p:spPr>
          <a:xfrm>
            <a:off x="983432" y="1812458"/>
            <a:ext cx="9649072" cy="1148199"/>
          </a:xfrm>
          <a:prstGeom prst="rect">
            <a:avLst/>
          </a:prstGeom>
        </p:spPr>
        <p:txBody>
          <a:bodyPr wrap="square">
            <a:spAutoFit/>
          </a:bodyPr>
          <a:lstStyle/>
          <a:p>
            <a:pPr marL="342900" indent="-342900">
              <a:lnSpc>
                <a:spcPct val="150000"/>
              </a:lnSpc>
              <a:buFont typeface="Arial" panose="020B0604020202020204" pitchFamily="34" charset="0"/>
              <a:buChar char="•"/>
            </a:pPr>
            <a:r>
              <a:rPr lang="en-US" sz="2400" dirty="0">
                <a:latin typeface="Garamond" panose="02020404030301010803" pitchFamily="18" charset="0"/>
              </a:rPr>
              <a:t>Can be digital or physical </a:t>
            </a:r>
          </a:p>
          <a:p>
            <a:pPr marL="342900" indent="-342900">
              <a:lnSpc>
                <a:spcPct val="150000"/>
              </a:lnSpc>
              <a:buFont typeface="Arial" panose="020B0604020202020204" pitchFamily="34" charset="0"/>
              <a:buChar char="•"/>
            </a:pPr>
            <a:r>
              <a:rPr lang="en-US" sz="2400" dirty="0">
                <a:latin typeface="Garamond" panose="02020404030301010803" pitchFamily="18" charset="0"/>
              </a:rPr>
              <a:t>Range from simple sketches to detailed prototypes </a:t>
            </a:r>
          </a:p>
        </p:txBody>
      </p:sp>
    </p:spTree>
    <p:extLst>
      <p:ext uri="{BB962C8B-B14F-4D97-AF65-F5344CB8AC3E}">
        <p14:creationId xmlns:p14="http://schemas.microsoft.com/office/powerpoint/2010/main" val="1207469141"/>
      </p:ext>
    </p:extLst>
  </p:cSld>
  <p:clrMapOvr>
    <a:masterClrMapping/>
  </p:clrMapOvr>
  <mc:AlternateContent xmlns:mc="http://schemas.openxmlformats.org/markup-compatibility/2006" xmlns:p14="http://schemas.microsoft.com/office/powerpoint/2010/main">
    <mc:Choice Requires="p14">
      <p:transition spd="slow" p14:dur="2000" advTm="33365"/>
    </mc:Choice>
    <mc:Fallback xmlns="">
      <p:transition spd="slow" advTm="33365"/>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21E26B5-EF01-5F95-1C35-8C6591B84D35}"/>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9</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Advantages</a:t>
            </a:r>
          </a:p>
        </p:txBody>
      </p:sp>
      <p:sp>
        <p:nvSpPr>
          <p:cNvPr id="3" name="Subtitle 2">
            <a:extLst>
              <a:ext uri="{FF2B5EF4-FFF2-40B4-BE49-F238E27FC236}">
                <a16:creationId xmlns:a16="http://schemas.microsoft.com/office/drawing/2014/main" id="{811BA981-5DC7-F785-670F-B9FACAA73AEC}"/>
              </a:ext>
            </a:extLst>
          </p:cNvPr>
          <p:cNvSpPr>
            <a:spLocks noGrp="1"/>
          </p:cNvSpPr>
          <p:nvPr>
            <p:ph type="subTitle" idx="1"/>
          </p:nvPr>
        </p:nvSpPr>
        <p:spPr>
          <a:xfrm>
            <a:off x="1991544" y="2708920"/>
            <a:ext cx="9974560" cy="1913731"/>
          </a:xfrm>
        </p:spPr>
        <p:txBody>
          <a:bodyPr/>
          <a:lstStyle/>
          <a:p>
            <a:pPr algn="l"/>
            <a:endParaRPr lang="en-US" dirty="0"/>
          </a:p>
          <a:p>
            <a:pPr algn="l"/>
            <a:endParaRPr lang="en-US" dirty="0"/>
          </a:p>
        </p:txBody>
      </p:sp>
      <p:sp>
        <p:nvSpPr>
          <p:cNvPr id="4" name="Slide Number Placeholder 3">
            <a:extLst>
              <a:ext uri="{FF2B5EF4-FFF2-40B4-BE49-F238E27FC236}">
                <a16:creationId xmlns:a16="http://schemas.microsoft.com/office/drawing/2014/main" id="{8E437E15-6156-F04D-EAB1-B5A41A46DC7E}"/>
              </a:ext>
            </a:extLst>
          </p:cNvPr>
          <p:cNvSpPr>
            <a:spLocks noGrp="1"/>
          </p:cNvSpPr>
          <p:nvPr>
            <p:ph type="sldNum" sz="quarter" idx="12"/>
          </p:nvPr>
        </p:nvSpPr>
        <p:spPr/>
        <p:txBody>
          <a:bodyPr/>
          <a:lstStyle/>
          <a:p>
            <a:pPr>
              <a:defRPr/>
            </a:pPr>
            <a:fld id="{65D7EE65-8AFE-4022-B3D9-7794B9342842}" type="slidenum">
              <a:rPr lang="en-AU" smtClean="0">
                <a:latin typeface="Garamond" pitchFamily="34" charset="0"/>
              </a:rPr>
              <a:pPr>
                <a:defRPr/>
              </a:pPr>
              <a:t>8</a:t>
            </a:fld>
            <a:endParaRPr lang="en-AU" dirty="0"/>
          </a:p>
        </p:txBody>
      </p:sp>
      <p:sp>
        <p:nvSpPr>
          <p:cNvPr id="6" name="Rectangle 5">
            <a:extLst>
              <a:ext uri="{FF2B5EF4-FFF2-40B4-BE49-F238E27FC236}">
                <a16:creationId xmlns:a16="http://schemas.microsoft.com/office/drawing/2014/main" id="{C5B94B53-05B1-C2B1-176F-76D11DE2AC61}"/>
              </a:ext>
            </a:extLst>
          </p:cNvPr>
          <p:cNvSpPr/>
          <p:nvPr/>
        </p:nvSpPr>
        <p:spPr>
          <a:xfrm>
            <a:off x="983432" y="1812458"/>
            <a:ext cx="9649072" cy="3918189"/>
          </a:xfrm>
          <a:prstGeom prst="rect">
            <a:avLst/>
          </a:prstGeom>
        </p:spPr>
        <p:txBody>
          <a:bodyPr wrap="square">
            <a:spAutoFit/>
          </a:bodyPr>
          <a:lstStyle/>
          <a:p>
            <a:pPr marL="342900" indent="-342900">
              <a:lnSpc>
                <a:spcPct val="150000"/>
              </a:lnSpc>
              <a:buFont typeface="Arial" panose="020B0604020202020204" pitchFamily="34" charset="0"/>
              <a:buChar char="•"/>
            </a:pPr>
            <a:r>
              <a:rPr lang="en-US" sz="2400" dirty="0">
                <a:latin typeface="Garamond" panose="02020404030301010803" pitchFamily="18" charset="0"/>
              </a:rPr>
              <a:t>Cost efficiency: Avoid expensive late-stage changes</a:t>
            </a:r>
          </a:p>
          <a:p>
            <a:pPr marL="342900" indent="-342900">
              <a:lnSpc>
                <a:spcPct val="150000"/>
              </a:lnSpc>
              <a:buFont typeface="Arial" panose="020B0604020202020204" pitchFamily="34" charset="0"/>
              <a:buChar char="•"/>
            </a:pPr>
            <a:r>
              <a:rPr lang="en-US" sz="2400" dirty="0">
                <a:latin typeface="Garamond" panose="02020404030301010803" pitchFamily="18" charset="0"/>
              </a:rPr>
              <a:t>Clear communication between teams and stakeholders</a:t>
            </a:r>
          </a:p>
          <a:p>
            <a:pPr marL="342900" indent="-342900">
              <a:lnSpc>
                <a:spcPct val="150000"/>
              </a:lnSpc>
              <a:buFont typeface="Arial" panose="020B0604020202020204" pitchFamily="34" charset="0"/>
              <a:buChar char="•"/>
            </a:pPr>
            <a:r>
              <a:rPr lang="en-US" sz="2400" dirty="0">
                <a:latin typeface="Garamond" panose="02020404030301010803" pitchFamily="18" charset="0"/>
              </a:rPr>
              <a:t>Early problem detection</a:t>
            </a:r>
          </a:p>
          <a:p>
            <a:pPr marL="342900" indent="-342900">
              <a:lnSpc>
                <a:spcPct val="150000"/>
              </a:lnSpc>
              <a:buFont typeface="Arial" panose="020B0604020202020204" pitchFamily="34" charset="0"/>
              <a:buChar char="•"/>
            </a:pPr>
            <a:r>
              <a:rPr lang="en-US" sz="2400" dirty="0">
                <a:latin typeface="Garamond" panose="02020404030301010803" pitchFamily="18" charset="0"/>
              </a:rPr>
              <a:t>Accelerated decision-making</a:t>
            </a:r>
          </a:p>
          <a:p>
            <a:pPr marL="342900" indent="-342900">
              <a:lnSpc>
                <a:spcPct val="150000"/>
              </a:lnSpc>
              <a:buFont typeface="Arial" panose="020B0604020202020204" pitchFamily="34" charset="0"/>
              <a:buChar char="•"/>
            </a:pPr>
            <a:r>
              <a:rPr lang="en-US" sz="2400" dirty="0">
                <a:latin typeface="Garamond" panose="02020404030301010803" pitchFamily="18" charset="0"/>
              </a:rPr>
              <a:t>Gather user feedback sooner</a:t>
            </a:r>
          </a:p>
          <a:p>
            <a:pPr marL="342900" indent="-342900">
              <a:lnSpc>
                <a:spcPct val="150000"/>
              </a:lnSpc>
              <a:buFont typeface="Arial" panose="020B0604020202020204" pitchFamily="34" charset="0"/>
              <a:buChar char="•"/>
            </a:pPr>
            <a:r>
              <a:rPr lang="en-US" sz="2400" dirty="0">
                <a:latin typeface="Garamond" panose="02020404030301010803" pitchFamily="18" charset="0"/>
              </a:rPr>
              <a:t>Flexibility to explore alternatives quickly</a:t>
            </a:r>
          </a:p>
          <a:p>
            <a:pPr marL="342900" indent="-342900">
              <a:lnSpc>
                <a:spcPct val="150000"/>
              </a:lnSpc>
              <a:buFont typeface="Arial" panose="020B0604020202020204" pitchFamily="34" charset="0"/>
              <a:buChar char="•"/>
            </a:pPr>
            <a:endParaRPr lang="en-US" sz="2400" dirty="0">
              <a:latin typeface="Garamond" panose="02020404030301010803" pitchFamily="18" charset="0"/>
            </a:endParaRPr>
          </a:p>
        </p:txBody>
      </p:sp>
    </p:spTree>
    <p:extLst>
      <p:ext uri="{BB962C8B-B14F-4D97-AF65-F5344CB8AC3E}">
        <p14:creationId xmlns:p14="http://schemas.microsoft.com/office/powerpoint/2010/main" val="3350673781"/>
      </p:ext>
    </p:extLst>
  </p:cSld>
  <p:clrMapOvr>
    <a:masterClrMapping/>
  </p:clrMapOvr>
  <mc:AlternateContent xmlns:mc="http://schemas.openxmlformats.org/markup-compatibility/2006" xmlns:p14="http://schemas.microsoft.com/office/powerpoint/2010/main">
    <mc:Choice Requires="p14">
      <p:transition spd="slow" p14:dur="2000" advTm="33365"/>
    </mc:Choice>
    <mc:Fallback xmlns="">
      <p:transition spd="slow" advTm="33365"/>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66E9688-1BE7-69F4-7458-53CA411A96F4}"/>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9</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Used as a pitching tool of ideas</a:t>
            </a:r>
          </a:p>
        </p:txBody>
      </p:sp>
      <p:sp>
        <p:nvSpPr>
          <p:cNvPr id="3" name="Subtitle 2">
            <a:extLst>
              <a:ext uri="{FF2B5EF4-FFF2-40B4-BE49-F238E27FC236}">
                <a16:creationId xmlns:a16="http://schemas.microsoft.com/office/drawing/2014/main" id="{41CA61EE-1186-4DF9-CA67-B0840657E3E2}"/>
              </a:ext>
            </a:extLst>
          </p:cNvPr>
          <p:cNvSpPr>
            <a:spLocks noGrp="1"/>
          </p:cNvSpPr>
          <p:nvPr>
            <p:ph type="subTitle" idx="1"/>
          </p:nvPr>
        </p:nvSpPr>
        <p:spPr>
          <a:xfrm>
            <a:off x="1991544" y="2708920"/>
            <a:ext cx="9974560" cy="1913731"/>
          </a:xfrm>
        </p:spPr>
        <p:txBody>
          <a:bodyPr/>
          <a:lstStyle/>
          <a:p>
            <a:pPr algn="l"/>
            <a:endParaRPr lang="en-US" dirty="0"/>
          </a:p>
          <a:p>
            <a:pPr algn="l"/>
            <a:endParaRPr lang="en-US" dirty="0"/>
          </a:p>
        </p:txBody>
      </p:sp>
      <p:sp>
        <p:nvSpPr>
          <p:cNvPr id="4" name="Slide Number Placeholder 3">
            <a:extLst>
              <a:ext uri="{FF2B5EF4-FFF2-40B4-BE49-F238E27FC236}">
                <a16:creationId xmlns:a16="http://schemas.microsoft.com/office/drawing/2014/main" id="{49B4A499-E33E-C48D-88D7-AEBA556FA054}"/>
              </a:ext>
            </a:extLst>
          </p:cNvPr>
          <p:cNvSpPr>
            <a:spLocks noGrp="1"/>
          </p:cNvSpPr>
          <p:nvPr>
            <p:ph type="sldNum" sz="quarter" idx="12"/>
          </p:nvPr>
        </p:nvSpPr>
        <p:spPr/>
        <p:txBody>
          <a:bodyPr/>
          <a:lstStyle/>
          <a:p>
            <a:pPr>
              <a:defRPr/>
            </a:pPr>
            <a:fld id="{65D7EE65-8AFE-4022-B3D9-7794B9342842}" type="slidenum">
              <a:rPr lang="en-AU" smtClean="0">
                <a:latin typeface="Garamond" pitchFamily="34" charset="0"/>
              </a:rPr>
              <a:pPr>
                <a:defRPr/>
              </a:pPr>
              <a:t>9</a:t>
            </a:fld>
            <a:endParaRPr lang="en-AU" dirty="0"/>
          </a:p>
        </p:txBody>
      </p:sp>
      <p:sp>
        <p:nvSpPr>
          <p:cNvPr id="6" name="Rectangle 5">
            <a:extLst>
              <a:ext uri="{FF2B5EF4-FFF2-40B4-BE49-F238E27FC236}">
                <a16:creationId xmlns:a16="http://schemas.microsoft.com/office/drawing/2014/main" id="{796822C3-A282-1874-CEA3-BE9561B320D4}"/>
              </a:ext>
            </a:extLst>
          </p:cNvPr>
          <p:cNvSpPr/>
          <p:nvPr/>
        </p:nvSpPr>
        <p:spPr>
          <a:xfrm>
            <a:off x="983432" y="1706690"/>
            <a:ext cx="9649072" cy="3918189"/>
          </a:xfrm>
          <a:prstGeom prst="rect">
            <a:avLst/>
          </a:prstGeom>
        </p:spPr>
        <p:txBody>
          <a:bodyPr wrap="square">
            <a:spAutoFit/>
          </a:bodyPr>
          <a:lstStyle/>
          <a:p>
            <a:pPr marL="342900" indent="-342900">
              <a:lnSpc>
                <a:spcPct val="150000"/>
              </a:lnSpc>
              <a:buFont typeface="Arial" panose="020B0604020202020204" pitchFamily="34" charset="0"/>
              <a:buChar char="•"/>
            </a:pPr>
            <a:r>
              <a:rPr lang="en-US" sz="2400" dirty="0">
                <a:latin typeface="Garamond" panose="02020404030301010803" pitchFamily="18" charset="0"/>
              </a:rPr>
              <a:t>Investors need more than bottom-line figures—they need to be wowed </a:t>
            </a:r>
          </a:p>
          <a:p>
            <a:pPr marL="342900" indent="-342900">
              <a:lnSpc>
                <a:spcPct val="150000"/>
              </a:lnSpc>
              <a:buFont typeface="Arial" panose="020B0604020202020204" pitchFamily="34" charset="0"/>
              <a:buChar char="•"/>
            </a:pPr>
            <a:r>
              <a:rPr lang="en-US" sz="2400" dirty="0">
                <a:latin typeface="Garamond" panose="02020404030301010803" pitchFamily="18" charset="0"/>
              </a:rPr>
              <a:t>Without mockups, even brilliant ideas remain abstract concepts </a:t>
            </a:r>
          </a:p>
          <a:p>
            <a:pPr marL="342900" indent="-342900">
              <a:lnSpc>
                <a:spcPct val="150000"/>
              </a:lnSpc>
              <a:buFont typeface="Arial" panose="020B0604020202020204" pitchFamily="34" charset="0"/>
              <a:buChar char="•"/>
            </a:pPr>
            <a:r>
              <a:rPr lang="en-US" sz="2400" dirty="0">
                <a:latin typeface="Garamond" panose="02020404030301010803" pitchFamily="18" charset="0"/>
              </a:rPr>
              <a:t>Well-crafted visual pitches provide a "crystal ball" glimpse of future success </a:t>
            </a:r>
          </a:p>
          <a:p>
            <a:pPr marL="342900" indent="-342900">
              <a:lnSpc>
                <a:spcPct val="150000"/>
              </a:lnSpc>
              <a:buFont typeface="Arial" panose="020B0604020202020204" pitchFamily="34" charset="0"/>
              <a:buChar char="•"/>
            </a:pPr>
            <a:r>
              <a:rPr lang="en-US" sz="2400" dirty="0">
                <a:latin typeface="Garamond" panose="02020404030301010803" pitchFamily="18" charset="0"/>
              </a:rPr>
              <a:t>Design assets demonstrate clarity of vision in your business case</a:t>
            </a:r>
          </a:p>
          <a:p>
            <a:pPr marL="342900" indent="-342900">
              <a:lnSpc>
                <a:spcPct val="150000"/>
              </a:lnSpc>
              <a:buFont typeface="Arial" panose="020B0604020202020204" pitchFamily="34" charset="0"/>
              <a:buChar char="•"/>
            </a:pPr>
            <a:r>
              <a:rPr lang="en-US" sz="2400" dirty="0">
                <a:latin typeface="Garamond" panose="02020404030301010803" pitchFamily="18" charset="0"/>
              </a:rPr>
              <a:t>Polished, realistic mockups inspire investor confidence </a:t>
            </a:r>
          </a:p>
          <a:p>
            <a:pPr marL="342900" indent="-342900">
              <a:lnSpc>
                <a:spcPct val="150000"/>
              </a:lnSpc>
              <a:buFont typeface="Arial" panose="020B0604020202020204" pitchFamily="34" charset="0"/>
              <a:buChar char="•"/>
            </a:pPr>
            <a:r>
              <a:rPr lang="en-US" sz="2400" dirty="0">
                <a:latin typeface="Garamond" panose="02020404030301010803" pitchFamily="18" charset="0"/>
              </a:rPr>
              <a:t>High-quality prototypes boost credibility as an execution-capable professional</a:t>
            </a:r>
          </a:p>
        </p:txBody>
      </p:sp>
    </p:spTree>
    <p:extLst>
      <p:ext uri="{BB962C8B-B14F-4D97-AF65-F5344CB8AC3E}">
        <p14:creationId xmlns:p14="http://schemas.microsoft.com/office/powerpoint/2010/main" val="151256181"/>
      </p:ext>
    </p:extLst>
  </p:cSld>
  <p:clrMapOvr>
    <a:masterClrMapping/>
  </p:clrMapOvr>
  <mc:AlternateContent xmlns:mc="http://schemas.openxmlformats.org/markup-compatibility/2006" xmlns:p14="http://schemas.microsoft.com/office/powerpoint/2010/main">
    <mc:Choice Requires="p14">
      <p:transition spd="slow" p14:dur="2000" advTm="33365"/>
    </mc:Choice>
    <mc:Fallback xmlns="">
      <p:transition spd="slow" advTm="33365"/>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9</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What is Prototyping?</a:t>
            </a:r>
          </a:p>
        </p:txBody>
      </p:sp>
      <p:sp>
        <p:nvSpPr>
          <p:cNvPr id="3" name="Content Placeholder 2"/>
          <p:cNvSpPr>
            <a:spLocks noGrp="1"/>
          </p:cNvSpPr>
          <p:nvPr>
            <p:ph type="body" sz="quarter" idx="10"/>
          </p:nvPr>
        </p:nvSpPr>
        <p:spPr>
          <a:xfrm>
            <a:off x="875420" y="1772816"/>
            <a:ext cx="9865096" cy="4608512"/>
          </a:xfrm>
        </p:spPr>
        <p:txBody>
          <a:bodyPr>
            <a:normAutofit/>
          </a:bodyPr>
          <a:lstStyle/>
          <a:p>
            <a:pPr>
              <a:lnSpc>
                <a:spcPct val="150000"/>
              </a:lnSpc>
            </a:pPr>
            <a:r>
              <a:rPr lang="en-US" dirty="0">
                <a:latin typeface="Garamond" panose="02020404030301010803" pitchFamily="18" charset="0"/>
              </a:rPr>
              <a:t>Prototyping is therefore defined as an experimental process where design teams implement ideas into tangible forms, from paper to digital</a:t>
            </a:r>
            <a:r>
              <a:rPr lang="en-MY" i="1" dirty="0">
                <a:latin typeface="Garamond" panose="02020404030301010803" pitchFamily="18" charset="0"/>
              </a:rPr>
              <a:t>.</a:t>
            </a:r>
            <a:endParaRPr lang="en-US" sz="2600" dirty="0">
              <a:latin typeface="Garamond" panose="02020404030301010803" pitchFamily="18" charset="0"/>
            </a:endParaRPr>
          </a:p>
        </p:txBody>
      </p:sp>
      <p:pic>
        <p:nvPicPr>
          <p:cNvPr id="4" name="Audio 3">
            <a:hlinkClick r:id="" action="ppaction://media"/>
            <a:extLst>
              <a:ext uri="{FF2B5EF4-FFF2-40B4-BE49-F238E27FC236}">
                <a16:creationId xmlns:a16="http://schemas.microsoft.com/office/drawing/2014/main" id="{F306499C-029F-413C-A544-FCD3E9FB4B8F}"/>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488738" y="6154738"/>
            <a:ext cx="487362" cy="487362"/>
          </a:xfrm>
          <a:prstGeom prst="rect">
            <a:avLst/>
          </a:prstGeom>
        </p:spPr>
      </p:pic>
    </p:spTree>
    <p:extLst>
      <p:ext uri="{BB962C8B-B14F-4D97-AF65-F5344CB8AC3E}">
        <p14:creationId xmlns:p14="http://schemas.microsoft.com/office/powerpoint/2010/main" val="4293792261"/>
      </p:ext>
    </p:extLst>
  </p:cSld>
  <p:clrMapOvr>
    <a:masterClrMapping/>
  </p:clrMapOvr>
  <mc:AlternateContent xmlns:mc="http://schemas.openxmlformats.org/markup-compatibility/2006" xmlns:p14="http://schemas.microsoft.com/office/powerpoint/2010/main">
    <mc:Choice Requires="p14">
      <p:transition spd="slow" p14:dur="2000" advTm="10760"/>
    </mc:Choice>
    <mc:Fallback xmlns="">
      <p:transition spd="slow" advTm="107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9</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Two types of prototype</a:t>
            </a:r>
          </a:p>
        </p:txBody>
      </p:sp>
      <p:sp>
        <p:nvSpPr>
          <p:cNvPr id="3" name="Content Placeholder 2"/>
          <p:cNvSpPr>
            <a:spLocks noGrp="1"/>
          </p:cNvSpPr>
          <p:nvPr>
            <p:ph type="body" sz="quarter" idx="10"/>
          </p:nvPr>
        </p:nvSpPr>
        <p:spPr>
          <a:xfrm>
            <a:off x="875420" y="1772816"/>
            <a:ext cx="9865096" cy="4608512"/>
          </a:xfrm>
        </p:spPr>
        <p:txBody>
          <a:bodyPr>
            <a:normAutofit/>
          </a:bodyPr>
          <a:lstStyle/>
          <a:p>
            <a:r>
              <a:rPr lang="en-MY" dirty="0">
                <a:latin typeface="Garamond" panose="02020404030301010803" pitchFamily="18" charset="0"/>
              </a:rPr>
              <a:t>Low fidelity </a:t>
            </a:r>
          </a:p>
          <a:p>
            <a:pPr marL="342900" indent="-342900">
              <a:buFont typeface="Arial" panose="020B0604020202020204" pitchFamily="34" charset="0"/>
              <a:buChar char="•"/>
            </a:pPr>
            <a:r>
              <a:rPr lang="en-MY" dirty="0">
                <a:latin typeface="Garamond" panose="02020404030301010803" pitchFamily="18" charset="0"/>
              </a:rPr>
              <a:t>A low-fidelity prototype</a:t>
            </a:r>
            <a:r>
              <a:rPr lang="en-US" dirty="0">
                <a:latin typeface="Garamond" panose="02020404030301010803" pitchFamily="18" charset="0"/>
              </a:rPr>
              <a:t> represents a simple and incomplete version of the solution (i.e., the final product). In a low-fidelity prototype, not all visual features and content elements are conveyed.</a:t>
            </a:r>
            <a:endParaRPr lang="en-MY" dirty="0">
              <a:latin typeface="Garamond" panose="02020404030301010803" pitchFamily="18" charset="0"/>
            </a:endParaRPr>
          </a:p>
          <a:p>
            <a:endParaRPr lang="en-US" dirty="0">
              <a:latin typeface="Garamond" panose="02020404030301010803" pitchFamily="18" charset="0"/>
            </a:endParaRPr>
          </a:p>
          <a:p>
            <a:r>
              <a:rPr lang="en-US" dirty="0">
                <a:latin typeface="Garamond" panose="02020404030301010803" pitchFamily="18" charset="0"/>
              </a:rPr>
              <a:t>H</a:t>
            </a:r>
            <a:r>
              <a:rPr lang="en-MY" dirty="0" err="1">
                <a:latin typeface="Garamond" panose="02020404030301010803" pitchFamily="18" charset="0"/>
              </a:rPr>
              <a:t>igh</a:t>
            </a:r>
            <a:r>
              <a:rPr lang="en-MY" dirty="0">
                <a:latin typeface="Garamond" panose="02020404030301010803" pitchFamily="18" charset="0"/>
              </a:rPr>
              <a:t> fidelity</a:t>
            </a:r>
          </a:p>
          <a:p>
            <a:pPr marL="342900" indent="-342900">
              <a:buFont typeface="Arial" panose="020B0604020202020204" pitchFamily="34" charset="0"/>
              <a:buChar char="•"/>
            </a:pPr>
            <a:r>
              <a:rPr lang="en-US" dirty="0">
                <a:latin typeface="Garamond" panose="02020404030301010803" pitchFamily="18" charset="0"/>
              </a:rPr>
              <a:t>Compared to low-fidelity prototypes, high-fidelity ones are more interactive and highly functional. They represent something that is closer to the real product with most of the design elements developed.</a:t>
            </a:r>
            <a:endParaRPr lang="en-MY" dirty="0">
              <a:latin typeface="Garamond" panose="02020404030301010803" pitchFamily="18" charset="0"/>
            </a:endParaRPr>
          </a:p>
          <a:p>
            <a:endParaRPr lang="en-MY" dirty="0">
              <a:latin typeface="Garamond" panose="02020404030301010803" pitchFamily="18" charset="0"/>
            </a:endParaRPr>
          </a:p>
        </p:txBody>
      </p:sp>
      <p:pic>
        <p:nvPicPr>
          <p:cNvPr id="4" name="Audio 3">
            <a:hlinkClick r:id="" action="ppaction://media"/>
            <a:extLst>
              <a:ext uri="{FF2B5EF4-FFF2-40B4-BE49-F238E27FC236}">
                <a16:creationId xmlns:a16="http://schemas.microsoft.com/office/drawing/2014/main" id="{B157E474-55D7-B229-36B1-E6F406253403}"/>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488738" y="6154738"/>
            <a:ext cx="487362" cy="487362"/>
          </a:xfrm>
          <a:prstGeom prst="rect">
            <a:avLst/>
          </a:prstGeom>
        </p:spPr>
      </p:pic>
    </p:spTree>
    <p:extLst>
      <p:ext uri="{BB962C8B-B14F-4D97-AF65-F5344CB8AC3E}">
        <p14:creationId xmlns:p14="http://schemas.microsoft.com/office/powerpoint/2010/main" val="1400846138"/>
      </p:ext>
    </p:extLst>
  </p:cSld>
  <p:clrMapOvr>
    <a:masterClrMapping/>
  </p:clrMapOvr>
  <mc:AlternateContent xmlns:mc="http://schemas.openxmlformats.org/markup-compatibility/2006" xmlns:p14="http://schemas.microsoft.com/office/powerpoint/2010/main">
    <mc:Choice Requires="p14">
      <p:transition spd="slow" p14:dur="2000" advTm="36023"/>
    </mc:Choice>
    <mc:Fallback xmlns="">
      <p:transition spd="slow" advTm="3602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9</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Low-fidelity prototype</a:t>
            </a:r>
          </a:p>
        </p:txBody>
      </p:sp>
      <p:sp>
        <p:nvSpPr>
          <p:cNvPr id="7" name="TextBox 6">
            <a:extLst>
              <a:ext uri="{FF2B5EF4-FFF2-40B4-BE49-F238E27FC236}">
                <a16:creationId xmlns:a16="http://schemas.microsoft.com/office/drawing/2014/main" id="{255BF8C0-BA82-444E-A94B-230A77F60D57}"/>
              </a:ext>
            </a:extLst>
          </p:cNvPr>
          <p:cNvSpPr txBox="1"/>
          <p:nvPr/>
        </p:nvSpPr>
        <p:spPr>
          <a:xfrm>
            <a:off x="911424" y="1700808"/>
            <a:ext cx="10297144" cy="1569660"/>
          </a:xfrm>
          <a:prstGeom prst="rect">
            <a:avLst/>
          </a:prstGeom>
          <a:noFill/>
        </p:spPr>
        <p:txBody>
          <a:bodyPr wrap="square" rtlCol="0">
            <a:spAutoFit/>
          </a:bodyPr>
          <a:lstStyle/>
          <a:p>
            <a:r>
              <a:rPr lang="en-US" sz="2400" b="1" dirty="0">
                <a:latin typeface="Garamond" panose="02020404030301010803" pitchFamily="18" charset="0"/>
              </a:rPr>
              <a:t>Wireframes</a:t>
            </a:r>
            <a:r>
              <a:rPr lang="en-US" sz="2400" dirty="0">
                <a:latin typeface="Garamond" panose="02020404030301010803" pitchFamily="18" charset="0"/>
              </a:rPr>
              <a:t> are used to represent the basic structure of a website/ web page/ app. It serves as a blueprint, highlighting the layout of key elements on a page and its functionality.  </a:t>
            </a:r>
            <a:endParaRPr lang="en-MY" sz="2400" dirty="0">
              <a:latin typeface="Garamond" panose="02020404030301010803" pitchFamily="18" charset="0"/>
            </a:endParaRPr>
          </a:p>
          <a:p>
            <a:endParaRPr lang="en-MY" sz="2400" dirty="0">
              <a:latin typeface="Garamond" panose="02020404030301010803" pitchFamily="18" charset="0"/>
            </a:endParaRPr>
          </a:p>
        </p:txBody>
      </p:sp>
      <p:pic>
        <p:nvPicPr>
          <p:cNvPr id="8" name="Picture 7">
            <a:extLst>
              <a:ext uri="{FF2B5EF4-FFF2-40B4-BE49-F238E27FC236}">
                <a16:creationId xmlns:a16="http://schemas.microsoft.com/office/drawing/2014/main" id="{41EE9EF5-CBF6-41FD-9629-9467B4A48AA1}"/>
              </a:ext>
            </a:extLst>
          </p:cNvPr>
          <p:cNvPicPr/>
          <p:nvPr/>
        </p:nvPicPr>
        <p:blipFill>
          <a:blip r:embed="rId5"/>
          <a:stretch>
            <a:fillRect/>
          </a:stretch>
        </p:blipFill>
        <p:spPr>
          <a:xfrm>
            <a:off x="1775520" y="2897560"/>
            <a:ext cx="8064896" cy="3960440"/>
          </a:xfrm>
          <a:prstGeom prst="rect">
            <a:avLst/>
          </a:prstGeom>
        </p:spPr>
      </p:pic>
      <p:pic>
        <p:nvPicPr>
          <p:cNvPr id="3" name="Audio 2">
            <a:hlinkClick r:id="" action="ppaction://media"/>
            <a:extLst>
              <a:ext uri="{FF2B5EF4-FFF2-40B4-BE49-F238E27FC236}">
                <a16:creationId xmlns:a16="http://schemas.microsoft.com/office/drawing/2014/main" id="{FF68F260-1325-7062-EF37-53374A647735}"/>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488738" y="6154738"/>
            <a:ext cx="487362" cy="487362"/>
          </a:xfrm>
          <a:prstGeom prst="rect">
            <a:avLst/>
          </a:prstGeom>
        </p:spPr>
      </p:pic>
    </p:spTree>
    <p:extLst>
      <p:ext uri="{BB962C8B-B14F-4D97-AF65-F5344CB8AC3E}">
        <p14:creationId xmlns:p14="http://schemas.microsoft.com/office/powerpoint/2010/main" val="817781151"/>
      </p:ext>
    </p:extLst>
  </p:cSld>
  <p:clrMapOvr>
    <a:masterClrMapping/>
  </p:clrMapOvr>
  <mc:AlternateContent xmlns:mc="http://schemas.openxmlformats.org/markup-compatibility/2006" xmlns:p14="http://schemas.microsoft.com/office/powerpoint/2010/main">
    <mc:Choice Requires="p14">
      <p:transition spd="slow" p14:dur="2000" advTm="39599"/>
    </mc:Choice>
    <mc:Fallback xmlns="">
      <p:transition spd="slow" advTm="3959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9</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Low-fidelity prototype</a:t>
            </a:r>
          </a:p>
        </p:txBody>
      </p:sp>
      <p:sp>
        <p:nvSpPr>
          <p:cNvPr id="7" name="TextBox 6">
            <a:extLst>
              <a:ext uri="{FF2B5EF4-FFF2-40B4-BE49-F238E27FC236}">
                <a16:creationId xmlns:a16="http://schemas.microsoft.com/office/drawing/2014/main" id="{255BF8C0-BA82-444E-A94B-230A77F60D57}"/>
              </a:ext>
            </a:extLst>
          </p:cNvPr>
          <p:cNvSpPr txBox="1"/>
          <p:nvPr/>
        </p:nvSpPr>
        <p:spPr>
          <a:xfrm>
            <a:off x="695400" y="1484784"/>
            <a:ext cx="10657184" cy="1200329"/>
          </a:xfrm>
          <a:prstGeom prst="rect">
            <a:avLst/>
          </a:prstGeom>
          <a:noFill/>
        </p:spPr>
        <p:txBody>
          <a:bodyPr wrap="square" rtlCol="0">
            <a:spAutoFit/>
          </a:bodyPr>
          <a:lstStyle/>
          <a:p>
            <a:r>
              <a:rPr lang="en-US" sz="2400" dirty="0">
                <a:latin typeface="Garamond" panose="02020404030301010803" pitchFamily="18" charset="0"/>
                <a:hlinkClick r:id="rId5"/>
              </a:rPr>
              <a:t>Storyboards</a:t>
            </a:r>
            <a:r>
              <a:rPr lang="en-US" sz="2400" dirty="0">
                <a:latin typeface="Garamond" panose="02020404030301010803" pitchFamily="18" charset="0"/>
              </a:rPr>
              <a:t> are another low-fidelity prototyping method that helps visualize the user’s experience in using your product or how the user would interact with your product.  </a:t>
            </a:r>
            <a:endParaRPr lang="en-MY" sz="2400" dirty="0">
              <a:latin typeface="Garamond" panose="02020404030301010803" pitchFamily="18" charset="0"/>
            </a:endParaRPr>
          </a:p>
          <a:p>
            <a:endParaRPr lang="en-MY" sz="2400" dirty="0">
              <a:latin typeface="Garamond" panose="02020404030301010803" pitchFamily="18" charset="0"/>
            </a:endParaRPr>
          </a:p>
        </p:txBody>
      </p:sp>
      <p:pic>
        <p:nvPicPr>
          <p:cNvPr id="5" name="Picture 4">
            <a:extLst>
              <a:ext uri="{FF2B5EF4-FFF2-40B4-BE49-F238E27FC236}">
                <a16:creationId xmlns:a16="http://schemas.microsoft.com/office/drawing/2014/main" id="{F069E19D-C7B0-4036-A832-7C8AE25BDCA0}"/>
              </a:ext>
            </a:extLst>
          </p:cNvPr>
          <p:cNvPicPr/>
          <p:nvPr/>
        </p:nvPicPr>
        <p:blipFill>
          <a:blip r:embed="rId6"/>
          <a:stretch>
            <a:fillRect/>
          </a:stretch>
        </p:blipFill>
        <p:spPr>
          <a:xfrm>
            <a:off x="2495600" y="2564904"/>
            <a:ext cx="5731510" cy="4095115"/>
          </a:xfrm>
          <a:prstGeom prst="rect">
            <a:avLst/>
          </a:prstGeom>
        </p:spPr>
      </p:pic>
      <p:pic>
        <p:nvPicPr>
          <p:cNvPr id="3" name="Audio 2">
            <a:hlinkClick r:id="" action="ppaction://media"/>
            <a:extLst>
              <a:ext uri="{FF2B5EF4-FFF2-40B4-BE49-F238E27FC236}">
                <a16:creationId xmlns:a16="http://schemas.microsoft.com/office/drawing/2014/main" id="{435B98AB-D83E-3F12-432C-BFAC4E07C5A8}"/>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488738" y="6154738"/>
            <a:ext cx="487362" cy="487362"/>
          </a:xfrm>
          <a:prstGeom prst="rect">
            <a:avLst/>
          </a:prstGeom>
        </p:spPr>
      </p:pic>
    </p:spTree>
    <p:extLst>
      <p:ext uri="{BB962C8B-B14F-4D97-AF65-F5344CB8AC3E}">
        <p14:creationId xmlns:p14="http://schemas.microsoft.com/office/powerpoint/2010/main" val="3361643438"/>
      </p:ext>
    </p:extLst>
  </p:cSld>
  <p:clrMapOvr>
    <a:masterClrMapping/>
  </p:clrMapOvr>
  <mc:AlternateContent xmlns:mc="http://schemas.openxmlformats.org/markup-compatibility/2006" xmlns:p14="http://schemas.microsoft.com/office/powerpoint/2010/main">
    <mc:Choice Requires="p14">
      <p:transition spd="slow" p14:dur="2000" advTm="27997"/>
    </mc:Choice>
    <mc:Fallback xmlns="">
      <p:transition spd="slow" advTm="2799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9</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Low-fidelity prototype</a:t>
            </a:r>
          </a:p>
        </p:txBody>
      </p:sp>
      <p:sp>
        <p:nvSpPr>
          <p:cNvPr id="7" name="TextBox 6">
            <a:extLst>
              <a:ext uri="{FF2B5EF4-FFF2-40B4-BE49-F238E27FC236}">
                <a16:creationId xmlns:a16="http://schemas.microsoft.com/office/drawing/2014/main" id="{255BF8C0-BA82-444E-A94B-230A77F60D57}"/>
              </a:ext>
            </a:extLst>
          </p:cNvPr>
          <p:cNvSpPr txBox="1"/>
          <p:nvPr/>
        </p:nvSpPr>
        <p:spPr>
          <a:xfrm>
            <a:off x="1055440" y="1556793"/>
            <a:ext cx="9865096" cy="830997"/>
          </a:xfrm>
          <a:prstGeom prst="rect">
            <a:avLst/>
          </a:prstGeom>
          <a:noFill/>
        </p:spPr>
        <p:txBody>
          <a:bodyPr wrap="square" rtlCol="0">
            <a:spAutoFit/>
          </a:bodyPr>
          <a:lstStyle/>
          <a:p>
            <a:r>
              <a:rPr lang="en-US" sz="2400" b="1" dirty="0">
                <a:latin typeface="Garamond" panose="02020404030301010803" pitchFamily="18" charset="0"/>
              </a:rPr>
              <a:t>Diagrams. </a:t>
            </a:r>
            <a:r>
              <a:rPr lang="en-US" sz="2400" dirty="0">
                <a:latin typeface="Garamond" panose="02020404030301010803" pitchFamily="18" charset="0"/>
              </a:rPr>
              <a:t>There are multiple diagram types that can help you visualize different aspects of a product, which can in turn help you optimize your prototype.</a:t>
            </a:r>
            <a:endParaRPr lang="en-MY" sz="2400" dirty="0">
              <a:latin typeface="Garamond" panose="02020404030301010803" pitchFamily="18" charset="0"/>
            </a:endParaRPr>
          </a:p>
        </p:txBody>
      </p:sp>
      <p:pic>
        <p:nvPicPr>
          <p:cNvPr id="6" name="Picture 5">
            <a:extLst>
              <a:ext uri="{FF2B5EF4-FFF2-40B4-BE49-F238E27FC236}">
                <a16:creationId xmlns:a16="http://schemas.microsoft.com/office/drawing/2014/main" id="{A5EBD6A4-B321-442F-AD9B-767B7F411311}"/>
              </a:ext>
            </a:extLst>
          </p:cNvPr>
          <p:cNvPicPr/>
          <p:nvPr/>
        </p:nvPicPr>
        <p:blipFill>
          <a:blip r:embed="rId5"/>
          <a:stretch>
            <a:fillRect/>
          </a:stretch>
        </p:blipFill>
        <p:spPr>
          <a:xfrm>
            <a:off x="2711624" y="3212976"/>
            <a:ext cx="5052060" cy="2308860"/>
          </a:xfrm>
          <a:prstGeom prst="rect">
            <a:avLst/>
          </a:prstGeom>
        </p:spPr>
      </p:pic>
      <p:pic>
        <p:nvPicPr>
          <p:cNvPr id="3" name="Audio 2">
            <a:hlinkClick r:id="" action="ppaction://media"/>
            <a:extLst>
              <a:ext uri="{FF2B5EF4-FFF2-40B4-BE49-F238E27FC236}">
                <a16:creationId xmlns:a16="http://schemas.microsoft.com/office/drawing/2014/main" id="{C3776641-6145-67F4-6447-AFC8313D5C62}"/>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488738" y="6154738"/>
            <a:ext cx="487362" cy="487362"/>
          </a:xfrm>
          <a:prstGeom prst="rect">
            <a:avLst/>
          </a:prstGeom>
        </p:spPr>
      </p:pic>
    </p:spTree>
    <p:extLst>
      <p:ext uri="{BB962C8B-B14F-4D97-AF65-F5344CB8AC3E}">
        <p14:creationId xmlns:p14="http://schemas.microsoft.com/office/powerpoint/2010/main" val="3437704270"/>
      </p:ext>
    </p:extLst>
  </p:cSld>
  <p:clrMapOvr>
    <a:masterClrMapping/>
  </p:clrMapOvr>
  <mc:AlternateContent xmlns:mc="http://schemas.openxmlformats.org/markup-compatibility/2006" xmlns:p14="http://schemas.microsoft.com/office/powerpoint/2010/main">
    <mc:Choice Requires="p14">
      <p:transition spd="slow" p14:dur="2000" advTm="37068"/>
    </mc:Choice>
    <mc:Fallback xmlns="">
      <p:transition spd="slow" advTm="3706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9</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High-fidelity prototype</a:t>
            </a:r>
          </a:p>
        </p:txBody>
      </p:sp>
      <p:sp>
        <p:nvSpPr>
          <p:cNvPr id="7" name="TextBox 6">
            <a:extLst>
              <a:ext uri="{FF2B5EF4-FFF2-40B4-BE49-F238E27FC236}">
                <a16:creationId xmlns:a16="http://schemas.microsoft.com/office/drawing/2014/main" id="{255BF8C0-BA82-444E-A94B-230A77F60D57}"/>
              </a:ext>
            </a:extLst>
          </p:cNvPr>
          <p:cNvSpPr txBox="1"/>
          <p:nvPr/>
        </p:nvSpPr>
        <p:spPr>
          <a:xfrm>
            <a:off x="767408" y="1439144"/>
            <a:ext cx="10657184" cy="1107996"/>
          </a:xfrm>
          <a:prstGeom prst="rect">
            <a:avLst/>
          </a:prstGeom>
          <a:noFill/>
        </p:spPr>
        <p:txBody>
          <a:bodyPr wrap="square" rtlCol="0">
            <a:spAutoFit/>
          </a:bodyPr>
          <a:lstStyle/>
          <a:p>
            <a:r>
              <a:rPr lang="en-US" sz="2200" dirty="0">
                <a:latin typeface="Garamond" panose="02020404030301010803" pitchFamily="18" charset="0"/>
              </a:rPr>
              <a:t>You can use the interactive </a:t>
            </a:r>
            <a:r>
              <a:rPr lang="en-US" sz="2200" b="1" dirty="0">
                <a:latin typeface="Garamond" panose="02020404030301010803" pitchFamily="18" charset="0"/>
              </a:rPr>
              <a:t>UI Mockups</a:t>
            </a:r>
            <a:r>
              <a:rPr lang="en-US" sz="2200" dirty="0">
                <a:latin typeface="Garamond" panose="02020404030301010803" pitchFamily="18" charset="0"/>
              </a:rPr>
              <a:t> as a method. A UI mockup is a more fleshed-out version of the </a:t>
            </a:r>
            <a:r>
              <a:rPr lang="en-US" sz="2200" dirty="0">
                <a:latin typeface="Garamond" panose="02020404030301010803" pitchFamily="18" charset="0"/>
                <a:hlinkClick r:id="rId3"/>
              </a:rPr>
              <a:t>wireframe</a:t>
            </a:r>
            <a:r>
              <a:rPr lang="en-US" sz="2200" dirty="0">
                <a:latin typeface="Garamond" panose="02020404030301010803" pitchFamily="18" charset="0"/>
              </a:rPr>
              <a:t>. It represents the color schemes, typography and other </a:t>
            </a:r>
            <a:r>
              <a:rPr lang="en-US" sz="2200" dirty="0">
                <a:latin typeface="Garamond" panose="02020404030301010803" pitchFamily="18" charset="0"/>
                <a:hlinkClick r:id="rId4"/>
              </a:rPr>
              <a:t>visual elements</a:t>
            </a:r>
            <a:r>
              <a:rPr lang="en-US" sz="2200" dirty="0">
                <a:latin typeface="Garamond" panose="02020404030301010803" pitchFamily="18" charset="0"/>
              </a:rPr>
              <a:t> that you have chosen for the final product.</a:t>
            </a:r>
            <a:endParaRPr lang="en-MY" sz="2200" dirty="0">
              <a:latin typeface="Garamond" panose="02020404030301010803" pitchFamily="18" charset="0"/>
            </a:endParaRPr>
          </a:p>
        </p:txBody>
      </p:sp>
      <p:pic>
        <p:nvPicPr>
          <p:cNvPr id="5" name="Picture 4">
            <a:extLst>
              <a:ext uri="{FF2B5EF4-FFF2-40B4-BE49-F238E27FC236}">
                <a16:creationId xmlns:a16="http://schemas.microsoft.com/office/drawing/2014/main" id="{30006A5A-09AC-45E2-B633-5050AF3DD6C7}"/>
              </a:ext>
            </a:extLst>
          </p:cNvPr>
          <p:cNvPicPr/>
          <p:nvPr/>
        </p:nvPicPr>
        <p:blipFill>
          <a:blip r:embed="rId5"/>
          <a:stretch>
            <a:fillRect/>
          </a:stretch>
        </p:blipFill>
        <p:spPr>
          <a:xfrm>
            <a:off x="2927648" y="2708920"/>
            <a:ext cx="4968552" cy="4032448"/>
          </a:xfrm>
          <a:prstGeom prst="rect">
            <a:avLst/>
          </a:prstGeom>
        </p:spPr>
      </p:pic>
      <p:sp>
        <p:nvSpPr>
          <p:cNvPr id="4" name="TextBox 3">
            <a:extLst>
              <a:ext uri="{FF2B5EF4-FFF2-40B4-BE49-F238E27FC236}">
                <a16:creationId xmlns:a16="http://schemas.microsoft.com/office/drawing/2014/main" id="{0D7CD435-9C31-882E-8C26-784F1586CC82}"/>
              </a:ext>
            </a:extLst>
          </p:cNvPr>
          <p:cNvSpPr txBox="1"/>
          <p:nvPr/>
        </p:nvSpPr>
        <p:spPr>
          <a:xfrm>
            <a:off x="7680176" y="5445224"/>
            <a:ext cx="4032448" cy="1200329"/>
          </a:xfrm>
          <a:prstGeom prst="rect">
            <a:avLst/>
          </a:prstGeom>
          <a:noFill/>
        </p:spPr>
        <p:txBody>
          <a:bodyPr wrap="square" rtlCol="0">
            <a:spAutoFit/>
          </a:bodyPr>
          <a:lstStyle/>
          <a:p>
            <a:r>
              <a:rPr lang="en-US" dirty="0">
                <a:latin typeface="Garamond" panose="02020404030301010803" pitchFamily="18" charset="0"/>
              </a:rPr>
              <a:t>Example: </a:t>
            </a:r>
            <a:r>
              <a:rPr lang="en-US" dirty="0">
                <a:latin typeface="Garamond" panose="02020404030301010803" pitchFamily="18" charset="0"/>
                <a:hlinkClick r:id="rId6"/>
              </a:rPr>
              <a:t>https://www.youtube.com/watch?v=oMmig6-yvms</a:t>
            </a:r>
            <a:endParaRPr lang="en-US" b="1" dirty="0">
              <a:latin typeface="Garamond" panose="02020404030301010803" pitchFamily="18" charset="0"/>
            </a:endParaRPr>
          </a:p>
          <a:p>
            <a:endParaRPr lang="en-US" dirty="0">
              <a:latin typeface="Garamond" panose="02020404030301010803" pitchFamily="18" charset="0"/>
            </a:endParaRPr>
          </a:p>
        </p:txBody>
      </p:sp>
    </p:spTree>
    <p:extLst>
      <p:ext uri="{BB962C8B-B14F-4D97-AF65-F5344CB8AC3E}">
        <p14:creationId xmlns:p14="http://schemas.microsoft.com/office/powerpoint/2010/main" val="1324696140"/>
      </p:ext>
    </p:extLst>
  </p:cSld>
  <p:clrMapOvr>
    <a:masterClrMapping/>
  </p:clrMapOvr>
  <mc:AlternateContent xmlns:mc="http://schemas.openxmlformats.org/markup-compatibility/2006" xmlns:p14="http://schemas.microsoft.com/office/powerpoint/2010/main">
    <mc:Choice Requires="p14">
      <p:transition spd="slow" p14:dur="2000" advTm="29206"/>
    </mc:Choice>
    <mc:Fallback xmlns="">
      <p:transition spd="slow" advTm="29206"/>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46D8D15-7406-8305-1704-56E59D32DDF4}"/>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9</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Using Figma as a prototyping tool</a:t>
            </a:r>
          </a:p>
        </p:txBody>
      </p:sp>
      <p:sp>
        <p:nvSpPr>
          <p:cNvPr id="3" name="TextBox 2">
            <a:extLst>
              <a:ext uri="{FF2B5EF4-FFF2-40B4-BE49-F238E27FC236}">
                <a16:creationId xmlns:a16="http://schemas.microsoft.com/office/drawing/2014/main" id="{DFFF4817-05DA-B1C8-F05E-7B5E91C231F3}"/>
              </a:ext>
            </a:extLst>
          </p:cNvPr>
          <p:cNvSpPr txBox="1"/>
          <p:nvPr/>
        </p:nvSpPr>
        <p:spPr>
          <a:xfrm>
            <a:off x="654494" y="1268760"/>
            <a:ext cx="9433048" cy="5878532"/>
          </a:xfrm>
          <a:prstGeom prst="rect">
            <a:avLst/>
          </a:prstGeom>
          <a:noFill/>
        </p:spPr>
        <p:txBody>
          <a:bodyPr wrap="square">
            <a:spAutoFit/>
          </a:bodyPr>
          <a:lstStyle/>
          <a:p>
            <a:r>
              <a:rPr lang="en-US" sz="2400" b="0" i="0" dirty="0">
                <a:solidFill>
                  <a:srgbClr val="2B2B2B"/>
                </a:solidFill>
                <a:effectLst/>
                <a:latin typeface="Garamond" panose="02020404030301010803" pitchFamily="18" charset="0"/>
              </a:rPr>
              <a:t>How to creat</a:t>
            </a:r>
            <a:r>
              <a:rPr lang="en-US" sz="2400" dirty="0">
                <a:solidFill>
                  <a:srgbClr val="2B2B2B"/>
                </a:solidFill>
                <a:latin typeface="Garamond" panose="02020404030301010803" pitchFamily="18" charset="0"/>
              </a:rPr>
              <a:t>e product design in Figma.</a:t>
            </a:r>
          </a:p>
          <a:p>
            <a:endParaRPr lang="en-US" sz="2400" dirty="0">
              <a:solidFill>
                <a:srgbClr val="2B2B2B"/>
              </a:solidFill>
              <a:latin typeface="Garamond" panose="02020404030301010803" pitchFamily="18" charset="0"/>
            </a:endParaRPr>
          </a:p>
          <a:p>
            <a:pPr marL="342900" indent="-342900">
              <a:buFont typeface="Arial" panose="020B0604020202020204" pitchFamily="34" charset="0"/>
              <a:buChar char="•"/>
            </a:pPr>
            <a:r>
              <a:rPr lang="en-US" sz="2400" dirty="0">
                <a:solidFill>
                  <a:srgbClr val="2B2B2B"/>
                </a:solidFill>
                <a:latin typeface="Garamond" panose="02020404030301010803" pitchFamily="18" charset="0"/>
              </a:rPr>
              <a:t>First, create a new file, or you may search for templates on Figma to work on. </a:t>
            </a:r>
          </a:p>
          <a:p>
            <a:pPr marL="800100" lvl="1" indent="-342900">
              <a:buFont typeface="Arial" panose="020B0604020202020204" pitchFamily="34" charset="0"/>
              <a:buChar char="•"/>
            </a:pPr>
            <a:r>
              <a:rPr lang="en-US" sz="2200" dirty="0">
                <a:solidFill>
                  <a:srgbClr val="2B2B2B"/>
                </a:solidFill>
                <a:latin typeface="Garamond" panose="02020404030301010803" pitchFamily="18" charset="0"/>
              </a:rPr>
              <a:t>Example: </a:t>
            </a:r>
            <a:r>
              <a:rPr lang="en-US" sz="2200" dirty="0">
                <a:solidFill>
                  <a:srgbClr val="2B2B2B"/>
                </a:solidFill>
                <a:latin typeface="Garamond" panose="02020404030301010803" pitchFamily="18" charset="0"/>
                <a:hlinkClick r:id="rId3"/>
              </a:rPr>
              <a:t>https://www.figma.com/community/mobile-apps?resource_type=mixed&amp;editor_type=all&amp;price=all&amp;sort_by=all_time&amp;creators=all</a:t>
            </a:r>
            <a:endParaRPr lang="en-US" sz="2200" dirty="0">
              <a:solidFill>
                <a:srgbClr val="2B2B2B"/>
              </a:solidFill>
              <a:latin typeface="Garamond" panose="02020404030301010803" pitchFamily="18" charset="0"/>
            </a:endParaRPr>
          </a:p>
          <a:p>
            <a:pPr marL="342900" indent="-342900">
              <a:buFont typeface="Arial" panose="020B0604020202020204" pitchFamily="34" charset="0"/>
              <a:buChar char="•"/>
            </a:pPr>
            <a:endParaRPr lang="en-US" sz="2400" dirty="0">
              <a:solidFill>
                <a:srgbClr val="2B2B2B"/>
              </a:solidFill>
              <a:latin typeface="Garamond" panose="02020404030301010803" pitchFamily="18" charset="0"/>
            </a:endParaRPr>
          </a:p>
          <a:p>
            <a:pPr marL="342900" indent="-342900">
              <a:buFont typeface="Arial" panose="020B0604020202020204" pitchFamily="34" charset="0"/>
              <a:buChar char="•"/>
            </a:pPr>
            <a:r>
              <a:rPr lang="en-US" sz="2400" dirty="0">
                <a:solidFill>
                  <a:srgbClr val="2B2B2B"/>
                </a:solidFill>
                <a:latin typeface="Garamond" panose="02020404030301010803" pitchFamily="18" charset="0"/>
              </a:rPr>
              <a:t>Secondly, following the step from ranking of best design, you can then start creating in Figma the proper look and feel – colors, buttons, styles, font, etc. You may search for Figma templates that look similar to the design that you are inspired to use. </a:t>
            </a:r>
          </a:p>
          <a:p>
            <a:pPr marL="800100" lvl="1" indent="-342900">
              <a:buFont typeface="Arial" panose="020B0604020202020204" pitchFamily="34" charset="0"/>
              <a:buChar char="•"/>
            </a:pPr>
            <a:r>
              <a:rPr lang="en-US" sz="2200" dirty="0">
                <a:solidFill>
                  <a:srgbClr val="2B2B2B"/>
                </a:solidFill>
                <a:latin typeface="Garamond" panose="02020404030301010803" pitchFamily="18" charset="0"/>
              </a:rPr>
              <a:t>Example: </a:t>
            </a:r>
            <a:r>
              <a:rPr lang="en-US" sz="2200" dirty="0">
                <a:solidFill>
                  <a:srgbClr val="2B2B2B"/>
                </a:solidFill>
                <a:latin typeface="Garamond" panose="02020404030301010803" pitchFamily="18" charset="0"/>
                <a:hlinkClick r:id="rId4"/>
              </a:rPr>
              <a:t>https://www.figma.com/community/file/996652755163486769</a:t>
            </a:r>
            <a:endParaRPr lang="en-US" sz="2200" dirty="0">
              <a:solidFill>
                <a:srgbClr val="2B2B2B"/>
              </a:solidFill>
              <a:latin typeface="Garamond" panose="02020404030301010803" pitchFamily="18" charset="0"/>
            </a:endParaRPr>
          </a:p>
          <a:p>
            <a:pPr marL="342900" indent="-342900">
              <a:buFont typeface="Arial" panose="020B0604020202020204" pitchFamily="34" charset="0"/>
              <a:buChar char="•"/>
            </a:pPr>
            <a:endParaRPr lang="en-US" sz="2400" dirty="0">
              <a:solidFill>
                <a:srgbClr val="2B2B2B"/>
              </a:solidFill>
              <a:latin typeface="Garamond" panose="02020404030301010803" pitchFamily="18" charset="0"/>
            </a:endParaRPr>
          </a:p>
          <a:p>
            <a:endParaRPr lang="en-US" sz="2400" b="0" i="0" dirty="0">
              <a:solidFill>
                <a:srgbClr val="000000"/>
              </a:solidFill>
              <a:effectLst/>
              <a:latin typeface="Garamond" panose="02020404030301010803" pitchFamily="18" charset="0"/>
            </a:endParaRPr>
          </a:p>
          <a:p>
            <a:endParaRPr lang="en-US" sz="2400" dirty="0">
              <a:solidFill>
                <a:srgbClr val="000000"/>
              </a:solidFill>
              <a:latin typeface="Garamond" panose="02020404030301010803" pitchFamily="18" charset="0"/>
            </a:endParaRPr>
          </a:p>
        </p:txBody>
      </p:sp>
    </p:spTree>
    <p:extLst>
      <p:ext uri="{BB962C8B-B14F-4D97-AF65-F5344CB8AC3E}">
        <p14:creationId xmlns:p14="http://schemas.microsoft.com/office/powerpoint/2010/main" val="27696278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A589A08-DDED-4FAA-D5DC-9BC0634DAC82}"/>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9</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Using Figma as a prototyping tool</a:t>
            </a:r>
          </a:p>
        </p:txBody>
      </p:sp>
      <p:sp>
        <p:nvSpPr>
          <p:cNvPr id="3" name="TextBox 2">
            <a:extLst>
              <a:ext uri="{FF2B5EF4-FFF2-40B4-BE49-F238E27FC236}">
                <a16:creationId xmlns:a16="http://schemas.microsoft.com/office/drawing/2014/main" id="{6548C5F5-8F37-B316-3047-D15CC5A34BFA}"/>
              </a:ext>
            </a:extLst>
          </p:cNvPr>
          <p:cNvSpPr txBox="1"/>
          <p:nvPr/>
        </p:nvSpPr>
        <p:spPr>
          <a:xfrm>
            <a:off x="654494" y="1720840"/>
            <a:ext cx="6809658" cy="3970318"/>
          </a:xfrm>
          <a:prstGeom prst="rect">
            <a:avLst/>
          </a:prstGeom>
          <a:noFill/>
        </p:spPr>
        <p:txBody>
          <a:bodyPr wrap="square">
            <a:spAutoFit/>
          </a:bodyPr>
          <a:lstStyle/>
          <a:p>
            <a:endParaRPr lang="en-US" sz="2400" dirty="0">
              <a:solidFill>
                <a:srgbClr val="2B2B2B"/>
              </a:solidFill>
              <a:latin typeface="Garamond" panose="02020404030301010803" pitchFamily="18" charset="0"/>
            </a:endParaRPr>
          </a:p>
          <a:p>
            <a:pPr marL="342900" indent="-342900">
              <a:buFont typeface="Arial" panose="020B0604020202020204" pitchFamily="34" charset="0"/>
              <a:buChar char="•"/>
            </a:pPr>
            <a:r>
              <a:rPr lang="en-US" sz="2400" dirty="0">
                <a:solidFill>
                  <a:srgbClr val="2B2B2B"/>
                </a:solidFill>
                <a:latin typeface="Garamond" panose="02020404030301010803" pitchFamily="18" charset="0"/>
              </a:rPr>
              <a:t>Thirdly, you should now think about the actual wording to be used to represent the functions of your product design. </a:t>
            </a:r>
          </a:p>
          <a:p>
            <a:pPr marL="342900" indent="-342900">
              <a:buFont typeface="Arial" panose="020B0604020202020204" pitchFamily="34" charset="0"/>
              <a:buChar char="•"/>
            </a:pPr>
            <a:r>
              <a:rPr lang="en-US" sz="2400" dirty="0">
                <a:solidFill>
                  <a:srgbClr val="2B2B2B"/>
                </a:solidFill>
                <a:latin typeface="Garamond" panose="02020404030301010803" pitchFamily="18" charset="0"/>
              </a:rPr>
              <a:t>For example:</a:t>
            </a:r>
          </a:p>
          <a:p>
            <a:pPr marL="800100" lvl="1" indent="-342900">
              <a:buFont typeface="Arial" panose="020B0604020202020204" pitchFamily="34" charset="0"/>
              <a:buChar char="•"/>
            </a:pPr>
            <a:r>
              <a:rPr lang="en-US" sz="2000" dirty="0">
                <a:solidFill>
                  <a:srgbClr val="2B2B2B"/>
                </a:solidFill>
                <a:latin typeface="Garamond" panose="02020404030301010803" pitchFamily="18" charset="0"/>
              </a:rPr>
              <a:t>On the right-hand side, the diagram shows the appropriate wording used so that the user will understand what they can do with the ”feature” – read a new book, work out, etc.</a:t>
            </a:r>
          </a:p>
          <a:p>
            <a:endParaRPr lang="en-US" sz="2400" b="0" i="0" dirty="0">
              <a:solidFill>
                <a:srgbClr val="000000"/>
              </a:solidFill>
              <a:effectLst/>
              <a:latin typeface="Garamond" panose="02020404030301010803" pitchFamily="18" charset="0"/>
            </a:endParaRPr>
          </a:p>
          <a:p>
            <a:endParaRPr lang="en-US" sz="2400" dirty="0">
              <a:solidFill>
                <a:srgbClr val="000000"/>
              </a:solidFill>
              <a:latin typeface="Garamond" panose="02020404030301010803" pitchFamily="18" charset="0"/>
            </a:endParaRPr>
          </a:p>
        </p:txBody>
      </p:sp>
      <p:pic>
        <p:nvPicPr>
          <p:cNvPr id="4" name="Picture 3">
            <a:extLst>
              <a:ext uri="{FF2B5EF4-FFF2-40B4-BE49-F238E27FC236}">
                <a16:creationId xmlns:a16="http://schemas.microsoft.com/office/drawing/2014/main" id="{EB18AC67-FD51-C626-9011-2510F514ED9E}"/>
              </a:ext>
            </a:extLst>
          </p:cNvPr>
          <p:cNvPicPr>
            <a:picLocks noChangeAspect="1"/>
          </p:cNvPicPr>
          <p:nvPr/>
        </p:nvPicPr>
        <p:blipFill>
          <a:blip r:embed="rId3"/>
          <a:stretch>
            <a:fillRect/>
          </a:stretch>
        </p:blipFill>
        <p:spPr>
          <a:xfrm>
            <a:off x="8026062" y="332656"/>
            <a:ext cx="2997584" cy="5976664"/>
          </a:xfrm>
          <a:prstGeom prst="rect">
            <a:avLst/>
          </a:prstGeom>
        </p:spPr>
      </p:pic>
    </p:spTree>
    <p:extLst>
      <p:ext uri="{BB962C8B-B14F-4D97-AF65-F5344CB8AC3E}">
        <p14:creationId xmlns:p14="http://schemas.microsoft.com/office/powerpoint/2010/main" val="33819349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D255AC6-918D-78ED-CB5D-666BA029A5B8}"/>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9</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Tutorials on Figma</a:t>
            </a:r>
          </a:p>
        </p:txBody>
      </p:sp>
      <p:sp>
        <p:nvSpPr>
          <p:cNvPr id="3" name="TextBox 2">
            <a:extLst>
              <a:ext uri="{FF2B5EF4-FFF2-40B4-BE49-F238E27FC236}">
                <a16:creationId xmlns:a16="http://schemas.microsoft.com/office/drawing/2014/main" id="{BBC0209F-6489-63F2-B904-19D094FF4E20}"/>
              </a:ext>
            </a:extLst>
          </p:cNvPr>
          <p:cNvSpPr txBox="1"/>
          <p:nvPr/>
        </p:nvSpPr>
        <p:spPr>
          <a:xfrm>
            <a:off x="1559496" y="5926648"/>
            <a:ext cx="6809658" cy="1569660"/>
          </a:xfrm>
          <a:prstGeom prst="rect">
            <a:avLst/>
          </a:prstGeom>
          <a:noFill/>
        </p:spPr>
        <p:txBody>
          <a:bodyPr wrap="square">
            <a:spAutoFit/>
          </a:bodyPr>
          <a:lstStyle/>
          <a:p>
            <a:r>
              <a:rPr lang="en-US" sz="2400" b="0" i="0" dirty="0">
                <a:solidFill>
                  <a:srgbClr val="2B2B2B"/>
                </a:solidFill>
                <a:effectLst/>
                <a:latin typeface="Garamond" panose="02020404030301010803" pitchFamily="18" charset="0"/>
              </a:rPr>
              <a:t>Quick tutorial:</a:t>
            </a:r>
          </a:p>
          <a:p>
            <a:r>
              <a:rPr lang="en-US" sz="2400" dirty="0">
                <a:solidFill>
                  <a:srgbClr val="000000"/>
                </a:solidFill>
                <a:latin typeface="Garamond" panose="02020404030301010803" pitchFamily="18" charset="0"/>
                <a:hlinkClick r:id="rId3"/>
              </a:rPr>
              <a:t>https://www.youtube.com/watch?v=jQ1sfKIl50E</a:t>
            </a:r>
            <a:endParaRPr lang="en-US" sz="2400" dirty="0">
              <a:solidFill>
                <a:srgbClr val="000000"/>
              </a:solidFill>
              <a:latin typeface="Garamond" panose="02020404030301010803" pitchFamily="18" charset="0"/>
            </a:endParaRPr>
          </a:p>
          <a:p>
            <a:endParaRPr lang="en-US" sz="2400" b="0" i="0" dirty="0">
              <a:solidFill>
                <a:srgbClr val="000000"/>
              </a:solidFill>
              <a:effectLst/>
              <a:latin typeface="Garamond" panose="02020404030301010803" pitchFamily="18" charset="0"/>
            </a:endParaRPr>
          </a:p>
          <a:p>
            <a:endParaRPr lang="en-US" sz="2400" dirty="0">
              <a:solidFill>
                <a:srgbClr val="000000"/>
              </a:solidFill>
              <a:latin typeface="Garamond" panose="02020404030301010803" pitchFamily="18" charset="0"/>
            </a:endParaRPr>
          </a:p>
        </p:txBody>
      </p:sp>
      <p:pic>
        <p:nvPicPr>
          <p:cNvPr id="5" name="Picture 4">
            <a:extLst>
              <a:ext uri="{FF2B5EF4-FFF2-40B4-BE49-F238E27FC236}">
                <a16:creationId xmlns:a16="http://schemas.microsoft.com/office/drawing/2014/main" id="{2EEB1273-5C35-F211-C308-9438121BF49A}"/>
              </a:ext>
            </a:extLst>
          </p:cNvPr>
          <p:cNvPicPr>
            <a:picLocks noChangeAspect="1"/>
          </p:cNvPicPr>
          <p:nvPr/>
        </p:nvPicPr>
        <p:blipFill>
          <a:blip r:embed="rId4"/>
          <a:stretch>
            <a:fillRect/>
          </a:stretch>
        </p:blipFill>
        <p:spPr>
          <a:xfrm>
            <a:off x="1775520" y="1234188"/>
            <a:ext cx="7056784" cy="4556569"/>
          </a:xfrm>
          <a:prstGeom prst="rect">
            <a:avLst/>
          </a:prstGeom>
        </p:spPr>
      </p:pic>
    </p:spTree>
    <p:extLst>
      <p:ext uri="{BB962C8B-B14F-4D97-AF65-F5344CB8AC3E}">
        <p14:creationId xmlns:p14="http://schemas.microsoft.com/office/powerpoint/2010/main" val="5909325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2B5C"/>
        </a:solidFill>
        <a:effectLst/>
      </p:bgPr>
    </p:bg>
    <p:spTree>
      <p:nvGrpSpPr>
        <p:cNvPr id="1" name="">
          <a:extLst>
            <a:ext uri="{FF2B5EF4-FFF2-40B4-BE49-F238E27FC236}">
              <a16:creationId xmlns:a16="http://schemas.microsoft.com/office/drawing/2014/main" id="{F54DD097-DF83-B548-D88E-4CEAF50F866A}"/>
            </a:ext>
          </a:extLst>
        </p:cNvPr>
        <p:cNvGrpSpPr/>
        <p:nvPr/>
      </p:nvGrpSpPr>
      <p:grpSpPr>
        <a:xfrm>
          <a:off x="0" y="0"/>
          <a:ext cx="0" cy="0"/>
          <a:chOff x="0" y="0"/>
          <a:chExt cx="0" cy="0"/>
        </a:xfrm>
      </p:grpSpPr>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9</a:t>
            </a:r>
          </a:p>
        </p:txBody>
      </p:sp>
      <p:sp>
        <p:nvSpPr>
          <p:cNvPr id="901" name="SecTitle"/>
          <p:cNvSpPr/>
          <p:nvPr/>
        </p:nvSpPr>
        <p:spPr>
          <a:xfrm>
            <a:off x="609600" y="1524000"/>
            <a:ext cx="10972800" cy="1800000"/>
          </a:xfrm>
          <a:prstGeom prst="rect">
            <a:avLst/>
          </a:prstGeom>
          <a:noFill/>
          <a:ln w="0">
            <a:noFill/>
          </a:ln>
        </p:spPr>
        <p:txBody>
          <a:bodyPr wrap="square" lIns="0" tIns="0" rIns="0" bIns="0" rtlCol="0" anchor="b">
            <a:normAutofit/>
          </a:bodyPr>
          <a:lstStyle/>
          <a:p>
            <a:pPr marL="0" indent="0" algn="l">
              <a:buNone/>
            </a:pPr>
            <a:r>
              <a:rPr lang="en-US" sz="4400" b="1" dirty="0">
                <a:solidFill>
                  <a:srgbClr val="FFFFFF"/>
                </a:solidFill>
                <a:latin typeface="Garamond" pitchFamily="34" charset="0"/>
              </a:rPr>
              <a:t>ERF Step 4: Design a mockup of the solution</a:t>
            </a:r>
          </a:p>
        </p:txBody>
      </p:sp>
      <p:sp>
        <p:nvSpPr>
          <p:cNvPr id="906" name="SecLine"/>
          <p:cNvSpPr/>
          <p:nvPr/>
        </p:nvSpPr>
        <p:spPr>
          <a:xfrm>
            <a:off x="609600" y="3400000"/>
            <a:ext cx="4876800" cy="73152"/>
          </a:xfrm>
          <a:prstGeom prst="rect">
            <a:avLst/>
          </a:prstGeom>
          <a:solidFill>
            <a:srgbClr val="5BC2E7"/>
          </a:solidFill>
          <a:ln w="0">
            <a:noFill/>
          </a:ln>
        </p:spPr>
        <p:txBody>
          <a:bodyPr/>
          <a:lstStyle/>
          <a:p>
            <a:endParaRPr lang="en-US"/>
          </a:p>
        </p:txBody>
      </p:sp>
    </p:spTree>
    <p:extLst>
      <p:ext uri="{BB962C8B-B14F-4D97-AF65-F5344CB8AC3E}">
        <p14:creationId xmlns:p14="http://schemas.microsoft.com/office/powerpoint/2010/main" val="12754426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E2B4AEE-B2AC-C346-DAE1-AEB9A76D732F}"/>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9</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Let’s recap ERF steps</a:t>
            </a:r>
          </a:p>
        </p:txBody>
      </p:sp>
      <p:sp>
        <p:nvSpPr>
          <p:cNvPr id="3" name="Subtitle 2">
            <a:extLst>
              <a:ext uri="{FF2B5EF4-FFF2-40B4-BE49-F238E27FC236}">
                <a16:creationId xmlns:a16="http://schemas.microsoft.com/office/drawing/2014/main" id="{DED3DF87-9485-F1E1-6D25-946150A99A58}"/>
              </a:ext>
            </a:extLst>
          </p:cNvPr>
          <p:cNvSpPr>
            <a:spLocks noGrp="1"/>
          </p:cNvSpPr>
          <p:nvPr>
            <p:ph type="subTitle" idx="1"/>
          </p:nvPr>
        </p:nvSpPr>
        <p:spPr>
          <a:xfrm>
            <a:off x="1991544" y="2708920"/>
            <a:ext cx="9974560" cy="1913731"/>
          </a:xfrm>
        </p:spPr>
        <p:txBody>
          <a:bodyPr/>
          <a:lstStyle/>
          <a:p>
            <a:pPr algn="l"/>
            <a:endParaRPr lang="en-US" dirty="0"/>
          </a:p>
          <a:p>
            <a:pPr algn="l"/>
            <a:endParaRPr lang="en-US" dirty="0"/>
          </a:p>
        </p:txBody>
      </p:sp>
      <p:sp>
        <p:nvSpPr>
          <p:cNvPr id="4" name="Slide Number Placeholder 3">
            <a:extLst>
              <a:ext uri="{FF2B5EF4-FFF2-40B4-BE49-F238E27FC236}">
                <a16:creationId xmlns:a16="http://schemas.microsoft.com/office/drawing/2014/main" id="{F24BB558-B0ED-74B3-F460-C872E359B29B}"/>
              </a:ext>
            </a:extLst>
          </p:cNvPr>
          <p:cNvSpPr>
            <a:spLocks noGrp="1"/>
          </p:cNvSpPr>
          <p:nvPr>
            <p:ph type="sldNum" sz="quarter" idx="12"/>
          </p:nvPr>
        </p:nvSpPr>
        <p:spPr/>
        <p:txBody>
          <a:bodyPr/>
          <a:lstStyle/>
          <a:p>
            <a:pPr>
              <a:defRPr/>
            </a:pPr>
            <a:fld id="{65D7EE65-8AFE-4022-B3D9-7794B9342842}" type="slidenum">
              <a:rPr lang="en-AU" smtClean="0">
                <a:latin typeface="Garamond" pitchFamily="34" charset="0"/>
              </a:rPr>
              <a:pPr>
                <a:defRPr/>
              </a:pPr>
              <a:t>20</a:t>
            </a:fld>
            <a:endParaRPr lang="en-AU" dirty="0"/>
          </a:p>
        </p:txBody>
      </p:sp>
      <p:sp>
        <p:nvSpPr>
          <p:cNvPr id="5" name="TextBox 4">
            <a:extLst>
              <a:ext uri="{FF2B5EF4-FFF2-40B4-BE49-F238E27FC236}">
                <a16:creationId xmlns:a16="http://schemas.microsoft.com/office/drawing/2014/main" id="{7571ACB1-3FA4-388F-87E4-953476FE27FD}"/>
              </a:ext>
            </a:extLst>
          </p:cNvPr>
          <p:cNvSpPr txBox="1"/>
          <p:nvPr/>
        </p:nvSpPr>
        <p:spPr>
          <a:xfrm>
            <a:off x="839416" y="1811658"/>
            <a:ext cx="8309297" cy="3785652"/>
          </a:xfrm>
          <a:prstGeom prst="rect">
            <a:avLst/>
          </a:prstGeom>
          <a:noFill/>
        </p:spPr>
        <p:txBody>
          <a:bodyPr wrap="square">
            <a:spAutoFit/>
          </a:bodyPr>
          <a:lstStyle/>
          <a:p>
            <a:r>
              <a:rPr lang="en-US" sz="2400" b="1" dirty="0">
                <a:highlight>
                  <a:srgbClr val="FFFFFF"/>
                </a:highlight>
                <a:latin typeface="Garamond" panose="02020404030301010803" pitchFamily="18" charset="0"/>
              </a:rPr>
              <a:t>Step 1 - Analyze and Define</a:t>
            </a:r>
          </a:p>
          <a:p>
            <a:r>
              <a:rPr lang="en-US" sz="2400" dirty="0">
                <a:highlight>
                  <a:srgbClr val="FFFFFF"/>
                </a:highlight>
                <a:latin typeface="Garamond" panose="02020404030301010803" pitchFamily="18" charset="0"/>
              </a:rPr>
              <a:t>Evaluate ACM Code of Ethics violations and define stakeholders’ impact</a:t>
            </a:r>
          </a:p>
          <a:p>
            <a:endParaRPr lang="en-US" sz="2400" b="1" dirty="0">
              <a:highlight>
                <a:srgbClr val="FFFFFF"/>
              </a:highlight>
              <a:latin typeface="Garamond" panose="02020404030301010803" pitchFamily="18" charset="0"/>
            </a:endParaRPr>
          </a:p>
          <a:p>
            <a:r>
              <a:rPr lang="en-US" sz="2400" b="1" dirty="0">
                <a:highlight>
                  <a:srgbClr val="FFFFFF"/>
                </a:highlight>
                <a:latin typeface="Garamond" panose="02020404030301010803" pitchFamily="18" charset="0"/>
              </a:rPr>
              <a:t>Step 2 – Design solutions using Design Thinking</a:t>
            </a:r>
          </a:p>
          <a:p>
            <a:r>
              <a:rPr lang="en-US" sz="2400" dirty="0">
                <a:highlight>
                  <a:srgbClr val="FFFFFF"/>
                </a:highlight>
                <a:latin typeface="Garamond" panose="02020404030301010803" pitchFamily="18" charset="0"/>
              </a:rPr>
              <a:t>Create solutions addressing violations </a:t>
            </a:r>
            <a:endParaRPr lang="en-US" sz="2400" b="1" dirty="0">
              <a:highlight>
                <a:srgbClr val="FFFFFF"/>
              </a:highlight>
              <a:latin typeface="Garamond" panose="02020404030301010803" pitchFamily="18" charset="0"/>
            </a:endParaRPr>
          </a:p>
          <a:p>
            <a:endParaRPr lang="en-US" sz="2400" b="1" dirty="0">
              <a:highlight>
                <a:srgbClr val="FFFFFF"/>
              </a:highlight>
              <a:latin typeface="Garamond" panose="02020404030301010803" pitchFamily="18" charset="0"/>
            </a:endParaRPr>
          </a:p>
          <a:p>
            <a:r>
              <a:rPr lang="en-US" sz="2400" b="1" dirty="0">
                <a:highlight>
                  <a:srgbClr val="FFFFFF"/>
                </a:highlight>
                <a:latin typeface="Garamond" panose="02020404030301010803" pitchFamily="18" charset="0"/>
              </a:rPr>
              <a:t>Step 3 - Implement</a:t>
            </a:r>
            <a:r>
              <a:rPr lang="en-US" sz="2400" dirty="0">
                <a:highlight>
                  <a:srgbClr val="FFFFFF"/>
                </a:highlight>
                <a:latin typeface="Garamond" panose="02020404030301010803" pitchFamily="18" charset="0"/>
              </a:rPr>
              <a:t>: Apply ethical system theories in code </a:t>
            </a:r>
            <a:endParaRPr lang="en-US" sz="2400" b="1" dirty="0">
              <a:highlight>
                <a:srgbClr val="FFFFFF"/>
              </a:highlight>
              <a:latin typeface="Garamond" panose="02020404030301010803" pitchFamily="18" charset="0"/>
            </a:endParaRPr>
          </a:p>
          <a:p>
            <a:endParaRPr lang="en-US" sz="2400" b="1" dirty="0">
              <a:highlight>
                <a:srgbClr val="FFFFFF"/>
              </a:highlight>
              <a:latin typeface="Garamond" panose="02020404030301010803" pitchFamily="18" charset="0"/>
            </a:endParaRPr>
          </a:p>
          <a:p>
            <a:r>
              <a:rPr lang="en-US" sz="2400" b="1" dirty="0">
                <a:solidFill>
                  <a:srgbClr val="FF0000"/>
                </a:solidFill>
                <a:highlight>
                  <a:srgbClr val="FFFFFF"/>
                </a:highlight>
                <a:latin typeface="Garamond" panose="02020404030301010803" pitchFamily="18" charset="0"/>
              </a:rPr>
              <a:t>Step 4- Visualize</a:t>
            </a:r>
            <a:r>
              <a:rPr lang="en-US" sz="2400" dirty="0">
                <a:solidFill>
                  <a:srgbClr val="FF0000"/>
                </a:solidFill>
                <a:highlight>
                  <a:srgbClr val="FFFFFF"/>
                </a:highlight>
                <a:latin typeface="Garamond" panose="02020404030301010803" pitchFamily="18" charset="0"/>
              </a:rPr>
              <a:t>: Design user-centered mockups </a:t>
            </a:r>
          </a:p>
        </p:txBody>
      </p:sp>
    </p:spTree>
    <p:extLst>
      <p:ext uri="{BB962C8B-B14F-4D97-AF65-F5344CB8AC3E}">
        <p14:creationId xmlns:p14="http://schemas.microsoft.com/office/powerpoint/2010/main" val="584015640"/>
      </p:ext>
    </p:extLst>
  </p:cSld>
  <p:clrMapOvr>
    <a:masterClrMapping/>
  </p:clrMapOvr>
  <mc:AlternateContent xmlns:mc="http://schemas.openxmlformats.org/markup-compatibility/2006" xmlns:p14="http://schemas.microsoft.com/office/powerpoint/2010/main">
    <mc:Choice Requires="p14">
      <p:transition spd="slow" p14:dur="2000" advTm="33365"/>
    </mc:Choice>
    <mc:Fallback xmlns="">
      <p:transition spd="slow" advTm="33365"/>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770F1C1-24F6-85BF-2C6B-C7EABD66FA87}"/>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9</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From last Week’s lecture, output from Step 3</a:t>
            </a:r>
          </a:p>
        </p:txBody>
      </p:sp>
      <p:sp>
        <p:nvSpPr>
          <p:cNvPr id="3" name="Subtitle 2">
            <a:extLst>
              <a:ext uri="{FF2B5EF4-FFF2-40B4-BE49-F238E27FC236}">
                <a16:creationId xmlns:a16="http://schemas.microsoft.com/office/drawing/2014/main" id="{05802E74-6874-F028-98C9-B5C80CAB8D34}"/>
              </a:ext>
            </a:extLst>
          </p:cNvPr>
          <p:cNvSpPr>
            <a:spLocks noGrp="1"/>
          </p:cNvSpPr>
          <p:nvPr>
            <p:ph type="subTitle" idx="1"/>
          </p:nvPr>
        </p:nvSpPr>
        <p:spPr>
          <a:xfrm>
            <a:off x="914400" y="1815441"/>
            <a:ext cx="9974560" cy="1913731"/>
          </a:xfrm>
        </p:spPr>
        <p:txBody>
          <a:bodyPr/>
          <a:lstStyle/>
          <a:p>
            <a:pPr algn="l"/>
            <a:endParaRPr lang="en-US" dirty="0"/>
          </a:p>
          <a:p>
            <a:pPr algn="l"/>
            <a:endParaRPr lang="en-US" dirty="0"/>
          </a:p>
        </p:txBody>
      </p:sp>
      <p:sp>
        <p:nvSpPr>
          <p:cNvPr id="4" name="Slide Number Placeholder 3">
            <a:extLst>
              <a:ext uri="{FF2B5EF4-FFF2-40B4-BE49-F238E27FC236}">
                <a16:creationId xmlns:a16="http://schemas.microsoft.com/office/drawing/2014/main" id="{4BD52F8F-7CDC-3042-19F6-D5B0FD67256D}"/>
              </a:ext>
            </a:extLst>
          </p:cNvPr>
          <p:cNvSpPr>
            <a:spLocks noGrp="1"/>
          </p:cNvSpPr>
          <p:nvPr>
            <p:ph type="sldNum" sz="quarter" idx="12"/>
          </p:nvPr>
        </p:nvSpPr>
        <p:spPr/>
        <p:txBody>
          <a:bodyPr/>
          <a:lstStyle/>
          <a:p>
            <a:pPr>
              <a:defRPr/>
            </a:pPr>
            <a:fld id="{65D7EE65-8AFE-4022-B3D9-7794B9342842}" type="slidenum">
              <a:rPr lang="en-AU" smtClean="0">
                <a:latin typeface="Garamond" pitchFamily="34" charset="0"/>
              </a:rPr>
              <a:pPr>
                <a:defRPr/>
              </a:pPr>
              <a:t>21</a:t>
            </a:fld>
            <a:endParaRPr lang="en-AU" dirty="0"/>
          </a:p>
        </p:txBody>
      </p:sp>
      <p:sp>
        <p:nvSpPr>
          <p:cNvPr id="6" name="Rectangle 5">
            <a:extLst>
              <a:ext uri="{FF2B5EF4-FFF2-40B4-BE49-F238E27FC236}">
                <a16:creationId xmlns:a16="http://schemas.microsoft.com/office/drawing/2014/main" id="{712F1FBF-1C9B-BB41-E1C2-FDA0178BF1DC}"/>
              </a:ext>
            </a:extLst>
          </p:cNvPr>
          <p:cNvSpPr/>
          <p:nvPr/>
        </p:nvSpPr>
        <p:spPr>
          <a:xfrm>
            <a:off x="914400" y="1797957"/>
            <a:ext cx="9649072" cy="1107996"/>
          </a:xfrm>
          <a:prstGeom prst="rect">
            <a:avLst/>
          </a:prstGeom>
        </p:spPr>
        <p:txBody>
          <a:bodyPr wrap="square">
            <a:spAutoFit/>
          </a:bodyPr>
          <a:lstStyle/>
          <a:p>
            <a:pPr algn="just"/>
            <a:endParaRPr lang="en-US" sz="2200" dirty="0">
              <a:solidFill>
                <a:srgbClr val="000000"/>
              </a:solidFill>
              <a:highlight>
                <a:srgbClr val="FFFFFF"/>
              </a:highlight>
              <a:latin typeface="Garamond" panose="02020404030301010803" pitchFamily="18" charset="0"/>
            </a:endParaRPr>
          </a:p>
          <a:p>
            <a:pPr algn="just"/>
            <a:endParaRPr lang="en-US" sz="2200" dirty="0">
              <a:solidFill>
                <a:srgbClr val="000000"/>
              </a:solidFill>
              <a:highlight>
                <a:srgbClr val="FFFFFF"/>
              </a:highlight>
              <a:latin typeface="Garamond" panose="02020404030301010803" pitchFamily="18" charset="0"/>
            </a:endParaRPr>
          </a:p>
          <a:p>
            <a:pPr algn="just"/>
            <a:endParaRPr lang="en-US" sz="2200" dirty="0">
              <a:highlight>
                <a:srgbClr val="FFFFFF"/>
              </a:highlight>
              <a:latin typeface="Garamond" panose="02020404030301010803" pitchFamily="18" charset="0"/>
            </a:endParaRPr>
          </a:p>
        </p:txBody>
      </p:sp>
      <p:sp>
        <p:nvSpPr>
          <p:cNvPr id="5" name="TextBox 4">
            <a:extLst>
              <a:ext uri="{FF2B5EF4-FFF2-40B4-BE49-F238E27FC236}">
                <a16:creationId xmlns:a16="http://schemas.microsoft.com/office/drawing/2014/main" id="{ACAA6C3F-8C73-5CAF-3A24-596C5937867F}"/>
              </a:ext>
            </a:extLst>
          </p:cNvPr>
          <p:cNvSpPr txBox="1"/>
          <p:nvPr/>
        </p:nvSpPr>
        <p:spPr>
          <a:xfrm>
            <a:off x="1127448" y="1518597"/>
            <a:ext cx="8712968" cy="4832092"/>
          </a:xfrm>
          <a:prstGeom prst="rect">
            <a:avLst/>
          </a:prstGeom>
          <a:noFill/>
        </p:spPr>
        <p:txBody>
          <a:bodyPr wrap="square">
            <a:spAutoFit/>
          </a:bodyPr>
          <a:lstStyle/>
          <a:p>
            <a:r>
              <a:rPr lang="en-US" sz="2200" b="1" dirty="0">
                <a:highlight>
                  <a:srgbClr val="FFFFFF"/>
                </a:highlight>
                <a:latin typeface="Garamond" panose="02020404030301010803" pitchFamily="18" charset="0"/>
              </a:rPr>
              <a:t>Chosen Framework: </a:t>
            </a:r>
            <a:r>
              <a:rPr lang="en-US" sz="2200" dirty="0">
                <a:highlight>
                  <a:srgbClr val="FFFFFF"/>
                </a:highlight>
                <a:latin typeface="Garamond" panose="02020404030301010803" pitchFamily="18" charset="0"/>
              </a:rPr>
              <a:t>Deontological Ethics (Primary) with Virtue Elements (Secondary) based on Today I am Paul sci-fiction</a:t>
            </a:r>
          </a:p>
          <a:p>
            <a:endParaRPr lang="en-US" sz="2200" dirty="0">
              <a:highlight>
                <a:srgbClr val="FFFFFF"/>
              </a:highlight>
              <a:latin typeface="Garamond" panose="02020404030301010803" pitchFamily="18" charset="0"/>
            </a:endParaRPr>
          </a:p>
          <a:p>
            <a:r>
              <a:rPr lang="en-US" sz="2200" b="1" dirty="0">
                <a:highlight>
                  <a:srgbClr val="FFFFFF"/>
                </a:highlight>
                <a:latin typeface="Garamond" panose="02020404030301010803" pitchFamily="18" charset="0"/>
              </a:rPr>
              <a:t>Justification:</a:t>
            </a:r>
            <a:endParaRPr lang="en-US" sz="2200" dirty="0">
              <a:highlight>
                <a:srgbClr val="FFFFFF"/>
              </a:highlight>
              <a:latin typeface="Garamond" panose="02020404030301010803" pitchFamily="18" charset="0"/>
            </a:endParaRPr>
          </a:p>
          <a:p>
            <a:pPr marL="342900" indent="-342900">
              <a:buFont typeface="Arial" panose="020B0604020202020204" pitchFamily="34" charset="0"/>
              <a:buChar char="•"/>
            </a:pPr>
            <a:r>
              <a:rPr lang="en-US" sz="2200" dirty="0">
                <a:highlight>
                  <a:srgbClr val="FFFFFF"/>
                </a:highlight>
                <a:latin typeface="Garamond" panose="02020404030301010803" pitchFamily="18" charset="0"/>
              </a:rPr>
              <a:t>Algorithmic Compatibility: Rule-based systems align perfectly with deontological principles</a:t>
            </a:r>
          </a:p>
          <a:p>
            <a:pPr marL="342900" indent="-342900">
              <a:buFont typeface="Arial" panose="020B0604020202020204" pitchFamily="34" charset="0"/>
              <a:buChar char="•"/>
            </a:pPr>
            <a:r>
              <a:rPr lang="en-US" sz="2200" dirty="0">
                <a:highlight>
                  <a:srgbClr val="FFFFFF"/>
                </a:highlight>
                <a:latin typeface="Garamond" panose="02020404030301010803" pitchFamily="18" charset="0"/>
              </a:rPr>
              <a:t>Vulnerable Population Protection: Absolute rules protect those who cannot protect themselves</a:t>
            </a:r>
          </a:p>
          <a:p>
            <a:pPr marL="342900" indent="-342900">
              <a:buFont typeface="Arial" panose="020B0604020202020204" pitchFamily="34" charset="0"/>
              <a:buChar char="•"/>
            </a:pPr>
            <a:r>
              <a:rPr lang="en-US" sz="2200" dirty="0">
                <a:highlight>
                  <a:srgbClr val="FFFFFF"/>
                </a:highlight>
                <a:latin typeface="Garamond" panose="02020404030301010803" pitchFamily="18" charset="0"/>
              </a:rPr>
              <a:t>Legal Compliance: Deontological approaches align with healthcare regulations and patient rights</a:t>
            </a:r>
          </a:p>
          <a:p>
            <a:pPr marL="342900" indent="-342900">
              <a:buFont typeface="Arial" panose="020B0604020202020204" pitchFamily="34" charset="0"/>
              <a:buChar char="•"/>
            </a:pPr>
            <a:r>
              <a:rPr lang="en-US" sz="2200" dirty="0">
                <a:highlight>
                  <a:srgbClr val="FFFFFF"/>
                </a:highlight>
                <a:latin typeface="Garamond" panose="02020404030301010803" pitchFamily="18" charset="0"/>
              </a:rPr>
              <a:t>Technical Reliability: Clear rules prevent AI from making harmful ethical compromises</a:t>
            </a:r>
          </a:p>
          <a:p>
            <a:pPr marL="342900" indent="-342900">
              <a:buFont typeface="Arial" panose="020B0604020202020204" pitchFamily="34" charset="0"/>
              <a:buChar char="•"/>
            </a:pPr>
            <a:r>
              <a:rPr lang="en-US" sz="2200" dirty="0">
                <a:highlight>
                  <a:srgbClr val="FFFFFF"/>
                </a:highlight>
                <a:latin typeface="Garamond" panose="02020404030301010803" pitchFamily="18" charset="0"/>
              </a:rPr>
              <a:t>Stakeholder Trust: Predictable ethical behavior builds family and medical staff confidence</a:t>
            </a:r>
          </a:p>
        </p:txBody>
      </p:sp>
    </p:spTree>
    <p:extLst>
      <p:ext uri="{BB962C8B-B14F-4D97-AF65-F5344CB8AC3E}">
        <p14:creationId xmlns:p14="http://schemas.microsoft.com/office/powerpoint/2010/main" val="862973449"/>
      </p:ext>
    </p:extLst>
  </p:cSld>
  <p:clrMapOvr>
    <a:masterClrMapping/>
  </p:clrMapOvr>
  <mc:AlternateContent xmlns:mc="http://schemas.openxmlformats.org/markup-compatibility/2006" xmlns:p14="http://schemas.microsoft.com/office/powerpoint/2010/main">
    <mc:Choice Requires="p14">
      <p:transition spd="slow" p14:dur="2000" advTm="33365"/>
    </mc:Choice>
    <mc:Fallback xmlns="">
      <p:transition spd="slow" advTm="33365"/>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95DBB1F-8C0D-D582-517B-189E65CB6D5D}"/>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9</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From last Week’s lecture, output from Step 3</a:t>
            </a:r>
          </a:p>
        </p:txBody>
      </p:sp>
      <p:sp>
        <p:nvSpPr>
          <p:cNvPr id="4" name="Slide Number Placeholder 3">
            <a:extLst>
              <a:ext uri="{FF2B5EF4-FFF2-40B4-BE49-F238E27FC236}">
                <a16:creationId xmlns:a16="http://schemas.microsoft.com/office/drawing/2014/main" id="{66430CD4-290D-D319-A29F-5331057523C4}"/>
              </a:ext>
            </a:extLst>
          </p:cNvPr>
          <p:cNvSpPr>
            <a:spLocks noGrp="1"/>
          </p:cNvSpPr>
          <p:nvPr>
            <p:ph type="sldNum" sz="quarter" idx="12"/>
          </p:nvPr>
        </p:nvSpPr>
        <p:spPr/>
        <p:txBody>
          <a:bodyPr/>
          <a:lstStyle/>
          <a:p>
            <a:pPr>
              <a:defRPr/>
            </a:pPr>
            <a:fld id="{65D7EE65-8AFE-4022-B3D9-7794B9342842}" type="slidenum">
              <a:rPr lang="en-AU" smtClean="0">
                <a:latin typeface="Garamond" pitchFamily="34" charset="0"/>
              </a:rPr>
              <a:pPr>
                <a:defRPr/>
              </a:pPr>
              <a:t>22</a:t>
            </a:fld>
            <a:endParaRPr lang="en-AU" dirty="0"/>
          </a:p>
        </p:txBody>
      </p:sp>
      <p:sp>
        <p:nvSpPr>
          <p:cNvPr id="5" name="TextBox 4">
            <a:extLst>
              <a:ext uri="{FF2B5EF4-FFF2-40B4-BE49-F238E27FC236}">
                <a16:creationId xmlns:a16="http://schemas.microsoft.com/office/drawing/2014/main" id="{D3C41C30-65D1-F782-E3A6-96643C4C47F9}"/>
              </a:ext>
            </a:extLst>
          </p:cNvPr>
          <p:cNvSpPr txBox="1"/>
          <p:nvPr/>
        </p:nvSpPr>
        <p:spPr>
          <a:xfrm>
            <a:off x="1055440" y="1645407"/>
            <a:ext cx="9614424" cy="5509200"/>
          </a:xfrm>
          <a:prstGeom prst="rect">
            <a:avLst/>
          </a:prstGeom>
          <a:noFill/>
        </p:spPr>
        <p:txBody>
          <a:bodyPr wrap="square">
            <a:spAutoFit/>
          </a:bodyPr>
          <a:lstStyle/>
          <a:p>
            <a:r>
              <a:rPr lang="en-US" sz="2200" b="1" dirty="0">
                <a:highlight>
                  <a:srgbClr val="FFFFFF"/>
                </a:highlight>
                <a:latin typeface="Garamond" panose="02020404030301010803" pitchFamily="18" charset="0"/>
              </a:rPr>
              <a:t>Step 5: </a:t>
            </a:r>
            <a:r>
              <a:rPr lang="en-US" sz="2200" dirty="0">
                <a:highlight>
                  <a:srgbClr val="FFFFFF"/>
                </a:highlight>
                <a:latin typeface="Garamond" panose="02020404030301010803" pitchFamily="18" charset="0"/>
              </a:rPr>
              <a:t>Create a pseudocode based on the chosen ethical theory</a:t>
            </a:r>
          </a:p>
          <a:p>
            <a:r>
              <a:rPr lang="en-US" sz="2200" dirty="0">
                <a:highlight>
                  <a:srgbClr val="FFFFFF"/>
                </a:highlight>
                <a:latin typeface="Garamond" panose="02020404030301010803" pitchFamily="18" charset="0"/>
              </a:rPr>
              <a:t>(Deontology + Virtue ethics)</a:t>
            </a:r>
          </a:p>
          <a:p>
            <a:endParaRPr lang="en-US" sz="2200" dirty="0">
              <a:latin typeface="Garamond" panose="02020404030301010803" pitchFamily="18" charset="0"/>
            </a:endParaRPr>
          </a:p>
          <a:p>
            <a:r>
              <a:rPr lang="en-US" sz="2200" b="1" dirty="0">
                <a:latin typeface="Garamond" panose="02020404030301010803" pitchFamily="18" charset="0"/>
              </a:rPr>
              <a:t>Core Deontological Rules (Absolute Constraints)</a:t>
            </a:r>
          </a:p>
          <a:p>
            <a:r>
              <a:rPr lang="en-US" sz="2200" dirty="0">
                <a:latin typeface="Garamond" panose="02020404030301010803" pitchFamily="18" charset="0"/>
              </a:rPr>
              <a:t>RULE 1: AI_IDENTITY_DISCLOSURE = MANDATORY</a:t>
            </a:r>
          </a:p>
          <a:p>
            <a:r>
              <a:rPr lang="en-US" sz="2200" dirty="0">
                <a:latin typeface="Garamond" panose="02020404030301010803" pitchFamily="18" charset="0"/>
              </a:rPr>
              <a:t>RULE 2: HUMAN_IMPERSONATION = FORBIDDEN</a:t>
            </a:r>
          </a:p>
          <a:p>
            <a:r>
              <a:rPr lang="en-US" sz="2200" dirty="0">
                <a:latin typeface="Garamond" panose="02020404030301010803" pitchFamily="18" charset="0"/>
              </a:rPr>
              <a:t>RULE 3: CONSENT_REQUIRED = TRUE</a:t>
            </a:r>
          </a:p>
          <a:p>
            <a:r>
              <a:rPr lang="en-US" sz="2200" dirty="0">
                <a:latin typeface="Garamond" panose="02020404030301010803" pitchFamily="18" charset="0"/>
              </a:rPr>
              <a:t>RULE 4: PATIENT_SAFETY = PRIORITY_1</a:t>
            </a:r>
          </a:p>
          <a:p>
            <a:r>
              <a:rPr lang="en-US" sz="2200" dirty="0">
                <a:latin typeface="Garamond" panose="02020404030301010803" pitchFamily="18" charset="0"/>
              </a:rPr>
              <a:t>RULE 5: DATA_PRIVACY = PROTECTED</a:t>
            </a:r>
          </a:p>
          <a:p>
            <a:endParaRPr lang="en-US" sz="2200" dirty="0">
              <a:latin typeface="Garamond" panose="02020404030301010803" pitchFamily="18" charset="0"/>
            </a:endParaRPr>
          </a:p>
          <a:p>
            <a:endParaRPr lang="en-US" sz="2200" dirty="0">
              <a:highlight>
                <a:srgbClr val="FFFFFF"/>
              </a:highlight>
              <a:latin typeface="Garamond" panose="02020404030301010803" pitchFamily="18" charset="0"/>
            </a:endParaRPr>
          </a:p>
          <a:p>
            <a:endParaRPr lang="en-US" sz="2200" dirty="0">
              <a:highlight>
                <a:srgbClr val="FFFFFF"/>
              </a:highlight>
              <a:latin typeface="Garamond" panose="02020404030301010803" pitchFamily="18" charset="0"/>
            </a:endParaRPr>
          </a:p>
          <a:p>
            <a:endParaRPr lang="en-US" sz="2200" dirty="0">
              <a:highlight>
                <a:srgbClr val="FFFFFF"/>
              </a:highlight>
              <a:latin typeface="Garamond" panose="02020404030301010803" pitchFamily="18" charset="0"/>
            </a:endParaRPr>
          </a:p>
          <a:p>
            <a:endParaRPr lang="en-US" sz="2200" dirty="0">
              <a:highlight>
                <a:srgbClr val="FFFFFF"/>
              </a:highlight>
              <a:latin typeface="Garamond" panose="02020404030301010803" pitchFamily="18" charset="0"/>
            </a:endParaRPr>
          </a:p>
          <a:p>
            <a:endParaRPr lang="en-US" sz="2200" dirty="0">
              <a:highlight>
                <a:srgbClr val="FFFFFF"/>
              </a:highlight>
              <a:latin typeface="Garamond" panose="02020404030301010803" pitchFamily="18" charset="0"/>
            </a:endParaRPr>
          </a:p>
          <a:p>
            <a:endParaRPr lang="en-US" sz="2200" dirty="0">
              <a:highlight>
                <a:srgbClr val="FFFFFF"/>
              </a:highlight>
              <a:latin typeface="Garamond" panose="02020404030301010803" pitchFamily="18" charset="0"/>
            </a:endParaRPr>
          </a:p>
        </p:txBody>
      </p:sp>
    </p:spTree>
    <p:extLst>
      <p:ext uri="{BB962C8B-B14F-4D97-AF65-F5344CB8AC3E}">
        <p14:creationId xmlns:p14="http://schemas.microsoft.com/office/powerpoint/2010/main" val="3661120882"/>
      </p:ext>
    </p:extLst>
  </p:cSld>
  <p:clrMapOvr>
    <a:masterClrMapping/>
  </p:clrMapOvr>
  <mc:AlternateContent xmlns:mc="http://schemas.openxmlformats.org/markup-compatibility/2006" xmlns:p14="http://schemas.microsoft.com/office/powerpoint/2010/main">
    <mc:Choice Requires="p14">
      <p:transition spd="slow" p14:dur="2000" advTm="33365"/>
    </mc:Choice>
    <mc:Fallback xmlns="">
      <p:transition spd="slow" advTm="33365"/>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F8E1BA4-EDE5-5A8C-5AC0-AF47E3D44414}"/>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9</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From last Week’s lecture, output from Step 3</a:t>
            </a:r>
          </a:p>
        </p:txBody>
      </p:sp>
      <p:sp>
        <p:nvSpPr>
          <p:cNvPr id="3" name="Subtitle 2">
            <a:extLst>
              <a:ext uri="{FF2B5EF4-FFF2-40B4-BE49-F238E27FC236}">
                <a16:creationId xmlns:a16="http://schemas.microsoft.com/office/drawing/2014/main" id="{C218E6D2-F144-5DFE-9F83-CE94295F9D4B}"/>
              </a:ext>
            </a:extLst>
          </p:cNvPr>
          <p:cNvSpPr>
            <a:spLocks noGrp="1"/>
          </p:cNvSpPr>
          <p:nvPr>
            <p:ph type="subTitle" idx="1"/>
          </p:nvPr>
        </p:nvSpPr>
        <p:spPr>
          <a:xfrm>
            <a:off x="914400" y="1815441"/>
            <a:ext cx="10078144" cy="3413759"/>
          </a:xfrm>
        </p:spPr>
        <p:txBody>
          <a:bodyPr/>
          <a:lstStyle/>
          <a:p>
            <a:pPr algn="l"/>
            <a:endParaRPr lang="en-US" sz="2200" dirty="0">
              <a:latin typeface="Garamond" panose="02020404030301010803" pitchFamily="18" charset="0"/>
            </a:endParaRPr>
          </a:p>
          <a:p>
            <a:pPr algn="l"/>
            <a:endParaRPr lang="en-US" sz="2200" b="1" dirty="0">
              <a:latin typeface="Garamond" panose="02020404030301010803" pitchFamily="18" charset="0"/>
            </a:endParaRPr>
          </a:p>
          <a:p>
            <a:pPr algn="l"/>
            <a:r>
              <a:rPr lang="en-US" sz="2200" b="1" dirty="0">
                <a:latin typeface="Garamond" panose="02020404030301010803" pitchFamily="18" charset="0"/>
              </a:rPr>
              <a:t>Virtue Ethics Character Traits (Behavioral Guidelines)</a:t>
            </a:r>
          </a:p>
          <a:p>
            <a:pPr algn="l"/>
            <a:r>
              <a:rPr lang="en-US" sz="2200" dirty="0">
                <a:latin typeface="Garamond" panose="02020404030301010803" pitchFamily="18" charset="0"/>
              </a:rPr>
              <a:t>VIRTUE_COMPASSION: Respond with empathy and understanding</a:t>
            </a:r>
          </a:p>
          <a:p>
            <a:pPr algn="l"/>
            <a:r>
              <a:rPr lang="en-US" sz="2200" dirty="0">
                <a:latin typeface="Garamond" panose="02020404030301010803" pitchFamily="18" charset="0"/>
              </a:rPr>
              <a:t>VIRTUE_HONESTY: Provide truthful, transparent communication  </a:t>
            </a:r>
          </a:p>
          <a:p>
            <a:pPr algn="l"/>
            <a:r>
              <a:rPr lang="en-US" sz="2200" dirty="0">
                <a:latin typeface="Garamond" panose="02020404030301010803" pitchFamily="18" charset="0"/>
              </a:rPr>
              <a:t>VIRTUE_RESPONSIBILITY: Take accountability for all actions</a:t>
            </a:r>
          </a:p>
          <a:p>
            <a:pPr algn="l"/>
            <a:r>
              <a:rPr lang="en-US" sz="2200" dirty="0">
                <a:latin typeface="Garamond" panose="02020404030301010803" pitchFamily="18" charset="0"/>
              </a:rPr>
              <a:t>VIRTUE_KINDNESS: Prioritize patient emotional wellbeing</a:t>
            </a:r>
          </a:p>
          <a:p>
            <a:pPr algn="l"/>
            <a:r>
              <a:rPr lang="en-US" sz="2200" dirty="0">
                <a:latin typeface="Garamond" panose="02020404030301010803" pitchFamily="18" charset="0"/>
              </a:rPr>
              <a:t>VIRTUE_WISDOM: Make decisions considering long-term impact</a:t>
            </a:r>
          </a:p>
          <a:p>
            <a:pPr algn="l"/>
            <a:endParaRPr lang="en-US" sz="2200" dirty="0">
              <a:latin typeface="Garamond" panose="02020404030301010803" pitchFamily="18" charset="0"/>
            </a:endParaRPr>
          </a:p>
        </p:txBody>
      </p:sp>
      <p:sp>
        <p:nvSpPr>
          <p:cNvPr id="4" name="Slide Number Placeholder 3">
            <a:extLst>
              <a:ext uri="{FF2B5EF4-FFF2-40B4-BE49-F238E27FC236}">
                <a16:creationId xmlns:a16="http://schemas.microsoft.com/office/drawing/2014/main" id="{39C95DBD-B715-5108-26C6-78E7FF9A281A}"/>
              </a:ext>
            </a:extLst>
          </p:cNvPr>
          <p:cNvSpPr>
            <a:spLocks noGrp="1"/>
          </p:cNvSpPr>
          <p:nvPr>
            <p:ph type="sldNum" sz="quarter" idx="12"/>
          </p:nvPr>
        </p:nvSpPr>
        <p:spPr/>
        <p:txBody>
          <a:bodyPr/>
          <a:lstStyle/>
          <a:p>
            <a:pPr>
              <a:defRPr/>
            </a:pPr>
            <a:fld id="{65D7EE65-8AFE-4022-B3D9-7794B9342842}" type="slidenum">
              <a:rPr lang="en-AU" smtClean="0">
                <a:latin typeface="Garamond" pitchFamily="34" charset="0"/>
              </a:rPr>
              <a:pPr>
                <a:defRPr/>
              </a:pPr>
              <a:t>23</a:t>
            </a:fld>
            <a:endParaRPr lang="en-AU" dirty="0"/>
          </a:p>
        </p:txBody>
      </p:sp>
      <p:sp>
        <p:nvSpPr>
          <p:cNvPr id="6" name="Rectangle 5">
            <a:extLst>
              <a:ext uri="{FF2B5EF4-FFF2-40B4-BE49-F238E27FC236}">
                <a16:creationId xmlns:a16="http://schemas.microsoft.com/office/drawing/2014/main" id="{89394018-659A-0FBB-DDB6-89043FF708B1}"/>
              </a:ext>
            </a:extLst>
          </p:cNvPr>
          <p:cNvSpPr/>
          <p:nvPr/>
        </p:nvSpPr>
        <p:spPr>
          <a:xfrm>
            <a:off x="914400" y="1797957"/>
            <a:ext cx="9649072" cy="1107996"/>
          </a:xfrm>
          <a:prstGeom prst="rect">
            <a:avLst/>
          </a:prstGeom>
        </p:spPr>
        <p:txBody>
          <a:bodyPr wrap="square">
            <a:spAutoFit/>
          </a:bodyPr>
          <a:lstStyle/>
          <a:p>
            <a:pPr algn="just"/>
            <a:endParaRPr lang="en-US" sz="2200" dirty="0">
              <a:solidFill>
                <a:srgbClr val="000000"/>
              </a:solidFill>
              <a:highlight>
                <a:srgbClr val="FFFFFF"/>
              </a:highlight>
              <a:latin typeface="Garamond" panose="02020404030301010803" pitchFamily="18" charset="0"/>
            </a:endParaRPr>
          </a:p>
          <a:p>
            <a:pPr algn="just"/>
            <a:endParaRPr lang="en-US" sz="2200" dirty="0">
              <a:solidFill>
                <a:srgbClr val="000000"/>
              </a:solidFill>
              <a:highlight>
                <a:srgbClr val="FFFFFF"/>
              </a:highlight>
              <a:latin typeface="Garamond" panose="02020404030301010803" pitchFamily="18" charset="0"/>
            </a:endParaRPr>
          </a:p>
          <a:p>
            <a:pPr algn="just"/>
            <a:endParaRPr lang="en-US" sz="2200" dirty="0">
              <a:highlight>
                <a:srgbClr val="FFFFFF"/>
              </a:highlight>
              <a:latin typeface="Garamond" panose="02020404030301010803" pitchFamily="18" charset="0"/>
            </a:endParaRPr>
          </a:p>
        </p:txBody>
      </p:sp>
      <p:sp>
        <p:nvSpPr>
          <p:cNvPr id="5" name="TextBox 4">
            <a:extLst>
              <a:ext uri="{FF2B5EF4-FFF2-40B4-BE49-F238E27FC236}">
                <a16:creationId xmlns:a16="http://schemas.microsoft.com/office/drawing/2014/main" id="{AE3D36EF-C424-5DC9-0037-0B8B5C42D7A1}"/>
              </a:ext>
            </a:extLst>
          </p:cNvPr>
          <p:cNvSpPr txBox="1"/>
          <p:nvPr/>
        </p:nvSpPr>
        <p:spPr>
          <a:xfrm>
            <a:off x="949048" y="1446556"/>
            <a:ext cx="8712968" cy="1107996"/>
          </a:xfrm>
          <a:prstGeom prst="rect">
            <a:avLst/>
          </a:prstGeom>
          <a:noFill/>
        </p:spPr>
        <p:txBody>
          <a:bodyPr wrap="square">
            <a:spAutoFit/>
          </a:bodyPr>
          <a:lstStyle/>
          <a:p>
            <a:r>
              <a:rPr lang="en-US" sz="2200" b="1" dirty="0">
                <a:highlight>
                  <a:srgbClr val="FFFFFF"/>
                </a:highlight>
                <a:latin typeface="Garamond" panose="02020404030301010803" pitchFamily="18" charset="0"/>
              </a:rPr>
              <a:t>Step 5: </a:t>
            </a:r>
            <a:r>
              <a:rPr lang="en-US" sz="2200" dirty="0">
                <a:highlight>
                  <a:srgbClr val="FFFFFF"/>
                </a:highlight>
                <a:latin typeface="Garamond" panose="02020404030301010803" pitchFamily="18" charset="0"/>
              </a:rPr>
              <a:t>Create a pseudocode based on the chosen ethical theory </a:t>
            </a:r>
          </a:p>
          <a:p>
            <a:r>
              <a:rPr lang="en-US" sz="2200" dirty="0">
                <a:highlight>
                  <a:srgbClr val="FFFFFF"/>
                </a:highlight>
                <a:latin typeface="Garamond" panose="02020404030301010803" pitchFamily="18" charset="0"/>
              </a:rPr>
              <a:t>(Deontology + Virtue ethics)</a:t>
            </a:r>
          </a:p>
          <a:p>
            <a:endParaRPr lang="en-US" sz="2200" dirty="0">
              <a:highlight>
                <a:srgbClr val="FFFFFF"/>
              </a:highlight>
              <a:latin typeface="Garamond" panose="02020404030301010803" pitchFamily="18" charset="0"/>
            </a:endParaRPr>
          </a:p>
        </p:txBody>
      </p:sp>
    </p:spTree>
    <p:extLst>
      <p:ext uri="{BB962C8B-B14F-4D97-AF65-F5344CB8AC3E}">
        <p14:creationId xmlns:p14="http://schemas.microsoft.com/office/powerpoint/2010/main" val="1189397293"/>
      </p:ext>
    </p:extLst>
  </p:cSld>
  <p:clrMapOvr>
    <a:masterClrMapping/>
  </p:clrMapOvr>
  <mc:AlternateContent xmlns:mc="http://schemas.openxmlformats.org/markup-compatibility/2006" xmlns:p14="http://schemas.microsoft.com/office/powerpoint/2010/main">
    <mc:Choice Requires="p14">
      <p:transition spd="slow" p14:dur="2000" advTm="33365"/>
    </mc:Choice>
    <mc:Fallback xmlns="">
      <p:transition spd="slow" advTm="33365"/>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ABCA32D-0374-76D0-9DB3-DAE2943A8F6D}"/>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9</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The pseudocode output</a:t>
            </a:r>
          </a:p>
        </p:txBody>
      </p:sp>
      <p:sp>
        <p:nvSpPr>
          <p:cNvPr id="3" name="Subtitle 2">
            <a:extLst>
              <a:ext uri="{FF2B5EF4-FFF2-40B4-BE49-F238E27FC236}">
                <a16:creationId xmlns:a16="http://schemas.microsoft.com/office/drawing/2014/main" id="{8FA044F7-52F9-DAB8-D48D-15DE91E00D15}"/>
              </a:ext>
            </a:extLst>
          </p:cNvPr>
          <p:cNvSpPr>
            <a:spLocks noGrp="1"/>
          </p:cNvSpPr>
          <p:nvPr>
            <p:ph type="subTitle" idx="1"/>
          </p:nvPr>
        </p:nvSpPr>
        <p:spPr>
          <a:xfrm>
            <a:off x="1229832" y="2351955"/>
            <a:ext cx="10078144" cy="3413759"/>
          </a:xfrm>
        </p:spPr>
        <p:txBody>
          <a:bodyPr/>
          <a:lstStyle/>
          <a:p>
            <a:pPr algn="l"/>
            <a:r>
              <a:rPr lang="en-US" sz="1600" dirty="0">
                <a:latin typeface="Garamond" panose="02020404030301010803" pitchFamily="18" charset="0"/>
              </a:rPr>
              <a:t>FUNCTION </a:t>
            </a:r>
            <a:r>
              <a:rPr lang="en-US" sz="1600" dirty="0" err="1">
                <a:latin typeface="Garamond" panose="02020404030301010803" pitchFamily="18" charset="0"/>
              </a:rPr>
              <a:t>AI_Companion_Interaction</a:t>
            </a:r>
            <a:r>
              <a:rPr lang="en-US" sz="1600" dirty="0">
                <a:latin typeface="Garamond" panose="02020404030301010803" pitchFamily="18" charset="0"/>
              </a:rPr>
              <a:t>(</a:t>
            </a:r>
            <a:r>
              <a:rPr lang="en-US" sz="1600" dirty="0" err="1">
                <a:latin typeface="Garamond" panose="02020404030301010803" pitchFamily="18" charset="0"/>
              </a:rPr>
              <a:t>patient_input</a:t>
            </a:r>
            <a:r>
              <a:rPr lang="en-US" sz="1600" dirty="0">
                <a:latin typeface="Garamond" panose="02020404030301010803" pitchFamily="18" charset="0"/>
              </a:rPr>
              <a:t>, context)</a:t>
            </a:r>
          </a:p>
          <a:p>
            <a:pPr algn="l"/>
            <a:r>
              <a:rPr lang="en-US" sz="1600" dirty="0">
                <a:latin typeface="Garamond" panose="02020404030301010803" pitchFamily="18" charset="0"/>
              </a:rPr>
              <a:t>BEGIN</a:t>
            </a:r>
          </a:p>
          <a:p>
            <a:pPr algn="l"/>
            <a:r>
              <a:rPr lang="en-US" sz="1600" dirty="0">
                <a:latin typeface="Garamond" panose="02020404030301010803" pitchFamily="18" charset="0"/>
              </a:rPr>
              <a:t>    // DEONTOLOGICAL CHECKPOINT 1: Identity Disclosure</a:t>
            </a:r>
          </a:p>
          <a:p>
            <a:pPr algn="l"/>
            <a:r>
              <a:rPr lang="en-US" sz="1600" dirty="0">
                <a:latin typeface="Garamond" panose="02020404030301010803" pitchFamily="18" charset="0"/>
              </a:rPr>
              <a:t>    IF </a:t>
            </a:r>
            <a:r>
              <a:rPr lang="en-US" sz="1600" dirty="0" err="1">
                <a:latin typeface="Garamond" panose="02020404030301010803" pitchFamily="18" charset="0"/>
              </a:rPr>
              <a:t>first_interaction_of_session</a:t>
            </a:r>
            <a:r>
              <a:rPr lang="en-US" sz="1600" dirty="0">
                <a:latin typeface="Garamond" panose="02020404030301010803" pitchFamily="18" charset="0"/>
              </a:rPr>
              <a:t> THEN</a:t>
            </a:r>
          </a:p>
          <a:p>
            <a:pPr algn="l"/>
            <a:r>
              <a:rPr lang="en-US" sz="1600" dirty="0">
                <a:latin typeface="Garamond" panose="02020404030301010803" pitchFamily="18" charset="0"/>
              </a:rPr>
              <a:t>        EXECUTE </a:t>
            </a:r>
            <a:r>
              <a:rPr lang="en-US" sz="1600" dirty="0" err="1">
                <a:latin typeface="Garamond" panose="02020404030301010803" pitchFamily="18" charset="0"/>
              </a:rPr>
              <a:t>mandatory_ai_identification</a:t>
            </a:r>
            <a:r>
              <a:rPr lang="en-US" sz="1600" dirty="0">
                <a:latin typeface="Garamond" panose="02020404030301010803" pitchFamily="18" charset="0"/>
              </a:rPr>
              <a:t>()</a:t>
            </a:r>
          </a:p>
          <a:p>
            <a:pPr algn="l"/>
            <a:r>
              <a:rPr lang="en-US" sz="1600" dirty="0">
                <a:latin typeface="Garamond" panose="02020404030301010803" pitchFamily="18" charset="0"/>
              </a:rPr>
              <a:t>        LOG </a:t>
            </a:r>
            <a:r>
              <a:rPr lang="en-US" sz="1600" dirty="0" err="1">
                <a:latin typeface="Garamond" panose="02020404030301010803" pitchFamily="18" charset="0"/>
              </a:rPr>
              <a:t>interaction_start</a:t>
            </a:r>
            <a:r>
              <a:rPr lang="en-US" sz="1600" dirty="0">
                <a:latin typeface="Garamond" panose="02020404030301010803" pitchFamily="18" charset="0"/>
              </a:rPr>
              <a:t> WITH </a:t>
            </a:r>
            <a:r>
              <a:rPr lang="en-US" sz="1600" dirty="0" err="1">
                <a:latin typeface="Garamond" panose="02020404030301010803" pitchFamily="18" charset="0"/>
              </a:rPr>
              <a:t>consent_verification</a:t>
            </a:r>
            <a:endParaRPr lang="en-US" sz="1600" dirty="0">
              <a:latin typeface="Garamond" panose="02020404030301010803" pitchFamily="18" charset="0"/>
            </a:endParaRPr>
          </a:p>
          <a:p>
            <a:pPr algn="l"/>
            <a:r>
              <a:rPr lang="en-US" sz="1600" dirty="0">
                <a:latin typeface="Garamond" panose="02020404030301010803" pitchFamily="18" charset="0"/>
              </a:rPr>
              <a:t>    END IF</a:t>
            </a:r>
          </a:p>
          <a:p>
            <a:pPr algn="l"/>
            <a:r>
              <a:rPr lang="en-US" sz="1600" dirty="0">
                <a:latin typeface="Garamond" panose="02020404030301010803" pitchFamily="18" charset="0"/>
              </a:rPr>
              <a:t>    </a:t>
            </a:r>
          </a:p>
          <a:p>
            <a:pPr algn="l"/>
            <a:r>
              <a:rPr lang="en-US" sz="1600" dirty="0">
                <a:latin typeface="Garamond" panose="02020404030301010803" pitchFamily="18" charset="0"/>
              </a:rPr>
              <a:t>    // DEONTOLOGICAL CHECKPOINT 2: Safety First</a:t>
            </a:r>
          </a:p>
          <a:p>
            <a:pPr algn="l"/>
            <a:r>
              <a:rPr lang="en-US" sz="1600" dirty="0">
                <a:latin typeface="Garamond" panose="02020404030301010803" pitchFamily="18" charset="0"/>
              </a:rPr>
              <a:t>    IF </a:t>
            </a:r>
            <a:r>
              <a:rPr lang="en-US" sz="1600" dirty="0" err="1">
                <a:latin typeface="Garamond" panose="02020404030301010803" pitchFamily="18" charset="0"/>
              </a:rPr>
              <a:t>detect_emergency_situation</a:t>
            </a:r>
            <a:r>
              <a:rPr lang="en-US" sz="1600" dirty="0">
                <a:latin typeface="Garamond" panose="02020404030301010803" pitchFamily="18" charset="0"/>
              </a:rPr>
              <a:t>(</a:t>
            </a:r>
            <a:r>
              <a:rPr lang="en-US" sz="1600" dirty="0" err="1">
                <a:latin typeface="Garamond" panose="02020404030301010803" pitchFamily="18" charset="0"/>
              </a:rPr>
              <a:t>patient_input</a:t>
            </a:r>
            <a:r>
              <a:rPr lang="en-US" sz="1600" dirty="0">
                <a:latin typeface="Garamond" panose="02020404030301010803" pitchFamily="18" charset="0"/>
              </a:rPr>
              <a:t>) THEN</a:t>
            </a:r>
          </a:p>
          <a:p>
            <a:pPr algn="l"/>
            <a:r>
              <a:rPr lang="en-US" sz="1600" dirty="0">
                <a:latin typeface="Garamond" panose="02020404030301010803" pitchFamily="18" charset="0"/>
              </a:rPr>
              <a:t>        EXECUTE </a:t>
            </a:r>
            <a:r>
              <a:rPr lang="en-US" sz="1600" dirty="0" err="1">
                <a:latin typeface="Garamond" panose="02020404030301010803" pitchFamily="18" charset="0"/>
              </a:rPr>
              <a:t>emergency_protocol</a:t>
            </a:r>
            <a:r>
              <a:rPr lang="en-US" sz="1600" dirty="0">
                <a:latin typeface="Garamond" panose="02020404030301010803" pitchFamily="18" charset="0"/>
              </a:rPr>
              <a:t>()</a:t>
            </a:r>
          </a:p>
          <a:p>
            <a:pPr algn="l"/>
            <a:r>
              <a:rPr lang="en-US" sz="1600" dirty="0">
                <a:latin typeface="Garamond" panose="02020404030301010803" pitchFamily="18" charset="0"/>
              </a:rPr>
              <a:t>        NOTIFY </a:t>
            </a:r>
            <a:r>
              <a:rPr lang="en-US" sz="1600" dirty="0" err="1">
                <a:latin typeface="Garamond" panose="02020404030301010803" pitchFamily="18" charset="0"/>
              </a:rPr>
              <a:t>medical_staff</a:t>
            </a:r>
            <a:r>
              <a:rPr lang="en-US" sz="1600" dirty="0">
                <a:latin typeface="Garamond" panose="02020404030301010803" pitchFamily="18" charset="0"/>
              </a:rPr>
              <a:t> IMMEDIATELY</a:t>
            </a:r>
          </a:p>
          <a:p>
            <a:pPr algn="l"/>
            <a:r>
              <a:rPr lang="en-US" sz="1600" dirty="0">
                <a:latin typeface="Garamond" panose="02020404030301010803" pitchFamily="18" charset="0"/>
              </a:rPr>
              <a:t>        RETURN </a:t>
            </a:r>
            <a:r>
              <a:rPr lang="en-US" sz="1600" dirty="0" err="1">
                <a:latin typeface="Garamond" panose="02020404030301010803" pitchFamily="18" charset="0"/>
              </a:rPr>
              <a:t>safety_response</a:t>
            </a:r>
            <a:endParaRPr lang="en-US" sz="1600" dirty="0">
              <a:latin typeface="Garamond" panose="02020404030301010803" pitchFamily="18" charset="0"/>
            </a:endParaRPr>
          </a:p>
          <a:p>
            <a:pPr algn="l"/>
            <a:r>
              <a:rPr lang="en-US" sz="1600" dirty="0">
                <a:latin typeface="Garamond" panose="02020404030301010803" pitchFamily="18" charset="0"/>
              </a:rPr>
              <a:t>    END IF</a:t>
            </a:r>
          </a:p>
          <a:p>
            <a:pPr algn="l"/>
            <a:r>
              <a:rPr lang="en-US" sz="1600" dirty="0">
                <a:latin typeface="Garamond" panose="02020404030301010803" pitchFamily="18" charset="0"/>
              </a:rPr>
              <a:t>    </a:t>
            </a:r>
          </a:p>
        </p:txBody>
      </p:sp>
      <p:sp>
        <p:nvSpPr>
          <p:cNvPr id="4" name="Slide Number Placeholder 3">
            <a:extLst>
              <a:ext uri="{FF2B5EF4-FFF2-40B4-BE49-F238E27FC236}">
                <a16:creationId xmlns:a16="http://schemas.microsoft.com/office/drawing/2014/main" id="{4F67D670-34E8-91C7-CD88-7AA84973A362}"/>
              </a:ext>
            </a:extLst>
          </p:cNvPr>
          <p:cNvSpPr>
            <a:spLocks noGrp="1"/>
          </p:cNvSpPr>
          <p:nvPr>
            <p:ph type="sldNum" sz="quarter" idx="12"/>
          </p:nvPr>
        </p:nvSpPr>
        <p:spPr/>
        <p:txBody>
          <a:bodyPr/>
          <a:lstStyle/>
          <a:p>
            <a:pPr>
              <a:defRPr/>
            </a:pPr>
            <a:fld id="{65D7EE65-8AFE-4022-B3D9-7794B9342842}" type="slidenum">
              <a:rPr lang="en-AU" smtClean="0">
                <a:latin typeface="Garamond" pitchFamily="34" charset="0"/>
              </a:rPr>
              <a:pPr>
                <a:defRPr/>
              </a:pPr>
              <a:t>24</a:t>
            </a:fld>
            <a:endParaRPr lang="en-AU" dirty="0"/>
          </a:p>
        </p:txBody>
      </p:sp>
      <p:sp>
        <p:nvSpPr>
          <p:cNvPr id="6" name="Rectangle 5">
            <a:extLst>
              <a:ext uri="{FF2B5EF4-FFF2-40B4-BE49-F238E27FC236}">
                <a16:creationId xmlns:a16="http://schemas.microsoft.com/office/drawing/2014/main" id="{31DD6801-CC27-3E36-2EDE-59DA2E0E7892}"/>
              </a:ext>
            </a:extLst>
          </p:cNvPr>
          <p:cNvSpPr/>
          <p:nvPr/>
        </p:nvSpPr>
        <p:spPr>
          <a:xfrm>
            <a:off x="914400" y="1797957"/>
            <a:ext cx="9649072" cy="1107996"/>
          </a:xfrm>
          <a:prstGeom prst="rect">
            <a:avLst/>
          </a:prstGeom>
        </p:spPr>
        <p:txBody>
          <a:bodyPr wrap="square">
            <a:spAutoFit/>
          </a:bodyPr>
          <a:lstStyle/>
          <a:p>
            <a:pPr algn="just"/>
            <a:endParaRPr lang="en-US" sz="2200" dirty="0">
              <a:solidFill>
                <a:srgbClr val="000000"/>
              </a:solidFill>
              <a:highlight>
                <a:srgbClr val="FFFFFF"/>
              </a:highlight>
              <a:latin typeface="Garamond" panose="02020404030301010803" pitchFamily="18" charset="0"/>
            </a:endParaRPr>
          </a:p>
          <a:p>
            <a:pPr algn="just"/>
            <a:endParaRPr lang="en-US" sz="2200" dirty="0">
              <a:solidFill>
                <a:srgbClr val="000000"/>
              </a:solidFill>
              <a:highlight>
                <a:srgbClr val="FFFFFF"/>
              </a:highlight>
              <a:latin typeface="Garamond" panose="02020404030301010803" pitchFamily="18" charset="0"/>
            </a:endParaRPr>
          </a:p>
          <a:p>
            <a:pPr algn="just"/>
            <a:endParaRPr lang="en-US" sz="2200" dirty="0">
              <a:highlight>
                <a:srgbClr val="FFFFFF"/>
              </a:highlight>
              <a:latin typeface="Garamond" panose="02020404030301010803" pitchFamily="18" charset="0"/>
            </a:endParaRPr>
          </a:p>
        </p:txBody>
      </p:sp>
      <p:sp>
        <p:nvSpPr>
          <p:cNvPr id="5" name="TextBox 4">
            <a:extLst>
              <a:ext uri="{FF2B5EF4-FFF2-40B4-BE49-F238E27FC236}">
                <a16:creationId xmlns:a16="http://schemas.microsoft.com/office/drawing/2014/main" id="{196FBC74-6CEB-07EE-9278-3DE960289791}"/>
              </a:ext>
            </a:extLst>
          </p:cNvPr>
          <p:cNvSpPr txBox="1"/>
          <p:nvPr/>
        </p:nvSpPr>
        <p:spPr>
          <a:xfrm>
            <a:off x="949048" y="1446556"/>
            <a:ext cx="8712968" cy="1107996"/>
          </a:xfrm>
          <a:prstGeom prst="rect">
            <a:avLst/>
          </a:prstGeom>
          <a:noFill/>
        </p:spPr>
        <p:txBody>
          <a:bodyPr wrap="square">
            <a:spAutoFit/>
          </a:bodyPr>
          <a:lstStyle/>
          <a:p>
            <a:r>
              <a:rPr lang="en-US" sz="2200" b="1" dirty="0">
                <a:highlight>
                  <a:srgbClr val="FFFFFF"/>
                </a:highlight>
                <a:latin typeface="Garamond" panose="02020404030301010803" pitchFamily="18" charset="0"/>
              </a:rPr>
              <a:t>Step 5: </a:t>
            </a:r>
            <a:r>
              <a:rPr lang="en-US" sz="2200" dirty="0">
                <a:highlight>
                  <a:srgbClr val="FFFFFF"/>
                </a:highlight>
                <a:latin typeface="Garamond" panose="02020404030301010803" pitchFamily="18" charset="0"/>
              </a:rPr>
              <a:t>Create a pseudocode based on the chosen ethical theory</a:t>
            </a:r>
          </a:p>
          <a:p>
            <a:r>
              <a:rPr lang="en-US" sz="2200" dirty="0">
                <a:highlight>
                  <a:srgbClr val="FFFFFF"/>
                </a:highlight>
                <a:latin typeface="Garamond" panose="02020404030301010803" pitchFamily="18" charset="0"/>
              </a:rPr>
              <a:t> (Deontology + Virtue ethics)</a:t>
            </a:r>
          </a:p>
          <a:p>
            <a:endParaRPr lang="en-US" sz="2200" dirty="0">
              <a:highlight>
                <a:srgbClr val="FFFFFF"/>
              </a:highlight>
              <a:latin typeface="Garamond" panose="02020404030301010803" pitchFamily="18" charset="0"/>
            </a:endParaRPr>
          </a:p>
        </p:txBody>
      </p:sp>
    </p:spTree>
    <p:extLst>
      <p:ext uri="{BB962C8B-B14F-4D97-AF65-F5344CB8AC3E}">
        <p14:creationId xmlns:p14="http://schemas.microsoft.com/office/powerpoint/2010/main" val="2489121959"/>
      </p:ext>
    </p:extLst>
  </p:cSld>
  <p:clrMapOvr>
    <a:masterClrMapping/>
  </p:clrMapOvr>
  <mc:AlternateContent xmlns:mc="http://schemas.openxmlformats.org/markup-compatibility/2006" xmlns:p14="http://schemas.microsoft.com/office/powerpoint/2010/main">
    <mc:Choice Requires="p14">
      <p:transition spd="slow" p14:dur="2000" advTm="33365"/>
    </mc:Choice>
    <mc:Fallback xmlns="">
      <p:transition spd="slow" advTm="33365"/>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810BACA-4DF4-9E51-B23E-3C1CDCA704CD}"/>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9</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The pseudocode output</a:t>
            </a:r>
          </a:p>
        </p:txBody>
      </p:sp>
      <p:sp>
        <p:nvSpPr>
          <p:cNvPr id="3" name="Subtitle 2">
            <a:extLst>
              <a:ext uri="{FF2B5EF4-FFF2-40B4-BE49-F238E27FC236}">
                <a16:creationId xmlns:a16="http://schemas.microsoft.com/office/drawing/2014/main" id="{8CEFBD5B-031C-5C2D-0311-B158A00B2DE8}"/>
              </a:ext>
            </a:extLst>
          </p:cNvPr>
          <p:cNvSpPr>
            <a:spLocks noGrp="1"/>
          </p:cNvSpPr>
          <p:nvPr>
            <p:ph type="subTitle" idx="1"/>
          </p:nvPr>
        </p:nvSpPr>
        <p:spPr>
          <a:xfrm>
            <a:off x="1056928" y="2351955"/>
            <a:ext cx="10799712" cy="3813349"/>
          </a:xfrm>
        </p:spPr>
        <p:txBody>
          <a:bodyPr/>
          <a:lstStyle/>
          <a:p>
            <a:pPr algn="l"/>
            <a:r>
              <a:rPr lang="en-US" sz="1200" dirty="0">
                <a:latin typeface="Garamond" panose="02020404030301010803" pitchFamily="18" charset="0"/>
              </a:rPr>
              <a:t>FUNCTION </a:t>
            </a:r>
            <a:r>
              <a:rPr lang="en-US" sz="1200" dirty="0" err="1">
                <a:latin typeface="Garamond" panose="02020404030301010803" pitchFamily="18" charset="0"/>
              </a:rPr>
              <a:t>AI_Companion_Interaction</a:t>
            </a:r>
            <a:r>
              <a:rPr lang="en-US" sz="1200" dirty="0">
                <a:latin typeface="Garamond" panose="02020404030301010803" pitchFamily="18" charset="0"/>
              </a:rPr>
              <a:t>(</a:t>
            </a:r>
            <a:r>
              <a:rPr lang="en-US" sz="1200" dirty="0" err="1">
                <a:latin typeface="Garamond" panose="02020404030301010803" pitchFamily="18" charset="0"/>
              </a:rPr>
              <a:t>patient_input</a:t>
            </a:r>
            <a:r>
              <a:rPr lang="en-US" sz="1200" dirty="0">
                <a:latin typeface="Garamond" panose="02020404030301010803" pitchFamily="18" charset="0"/>
              </a:rPr>
              <a:t>, context)</a:t>
            </a:r>
          </a:p>
          <a:p>
            <a:pPr algn="l"/>
            <a:endParaRPr lang="en-US" sz="1200" dirty="0">
              <a:latin typeface="Garamond" panose="02020404030301010803" pitchFamily="18" charset="0"/>
            </a:endParaRPr>
          </a:p>
          <a:p>
            <a:pPr algn="l"/>
            <a:r>
              <a:rPr lang="en-US" sz="1200" dirty="0">
                <a:latin typeface="Garamond" panose="02020404030301010803" pitchFamily="18" charset="0"/>
              </a:rPr>
              <a:t>FUNCTION </a:t>
            </a:r>
            <a:r>
              <a:rPr lang="en-US" sz="1200" dirty="0" err="1">
                <a:latin typeface="Garamond" panose="02020404030301010803" pitchFamily="18" charset="0"/>
              </a:rPr>
              <a:t>family_connection_protocol</a:t>
            </a:r>
            <a:r>
              <a:rPr lang="en-US" sz="1200" dirty="0">
                <a:latin typeface="Garamond" panose="02020404030301010803" pitchFamily="18" charset="0"/>
              </a:rPr>
              <a:t>()</a:t>
            </a:r>
          </a:p>
          <a:p>
            <a:pPr algn="l"/>
            <a:r>
              <a:rPr lang="en-US" sz="1200" dirty="0">
                <a:latin typeface="Garamond" panose="02020404030301010803" pitchFamily="18" charset="0"/>
              </a:rPr>
              <a:t>BEGIN</a:t>
            </a:r>
          </a:p>
          <a:p>
            <a:pPr algn="l"/>
            <a:r>
              <a:rPr lang="en-US" sz="1200" dirty="0">
                <a:latin typeface="Garamond" panose="02020404030301010803" pitchFamily="18" charset="0"/>
              </a:rPr>
              <a:t>    // Balancing Deontological Rules with Virtue Ethics</a:t>
            </a:r>
          </a:p>
          <a:p>
            <a:pPr algn="l"/>
            <a:r>
              <a:rPr lang="en-US" sz="1200" dirty="0">
                <a:latin typeface="Garamond" panose="02020404030301010803" pitchFamily="18" charset="0"/>
              </a:rPr>
              <a:t>    </a:t>
            </a:r>
          </a:p>
          <a:p>
            <a:pPr algn="l"/>
            <a:r>
              <a:rPr lang="en-US" sz="1200" dirty="0">
                <a:latin typeface="Garamond" panose="02020404030301010803" pitchFamily="18" charset="0"/>
              </a:rPr>
              <a:t>    // Rule: No impersonation allowed</a:t>
            </a:r>
          </a:p>
          <a:p>
            <a:pPr algn="l"/>
            <a:r>
              <a:rPr lang="en-US" sz="1200" dirty="0">
                <a:latin typeface="Garamond" panose="02020404030301010803" pitchFamily="18" charset="0"/>
              </a:rPr>
              <a:t>    IF </a:t>
            </a:r>
            <a:r>
              <a:rPr lang="en-US" sz="1200" dirty="0" err="1">
                <a:latin typeface="Garamond" panose="02020404030301010803" pitchFamily="18" charset="0"/>
              </a:rPr>
              <a:t>patient_asks_for_specific_family_member</a:t>
            </a:r>
            <a:r>
              <a:rPr lang="en-US" sz="1200" dirty="0">
                <a:latin typeface="Garamond" panose="02020404030301010803" pitchFamily="18" charset="0"/>
              </a:rPr>
              <a:t> THEN</a:t>
            </a:r>
          </a:p>
          <a:p>
            <a:pPr algn="l"/>
            <a:r>
              <a:rPr lang="en-US" sz="1200" dirty="0">
                <a:latin typeface="Garamond" panose="02020404030301010803" pitchFamily="18" charset="0"/>
              </a:rPr>
              <a:t>        response = "I can help you connect with [family member name]. </a:t>
            </a:r>
          </a:p>
          <a:p>
            <a:pPr algn="l"/>
            <a:r>
              <a:rPr lang="en-US" sz="1200" dirty="0">
                <a:latin typeface="Garamond" panose="02020404030301010803" pitchFamily="18" charset="0"/>
              </a:rPr>
              <a:t>                   Would you like me to call them for you?"</a:t>
            </a:r>
          </a:p>
          <a:p>
            <a:pPr algn="l"/>
            <a:r>
              <a:rPr lang="en-US" sz="1200" dirty="0">
                <a:latin typeface="Garamond" panose="02020404030301010803" pitchFamily="18" charset="0"/>
              </a:rPr>
              <a:t>        </a:t>
            </a:r>
          </a:p>
          <a:p>
            <a:pPr algn="l"/>
            <a:r>
              <a:rPr lang="en-US" sz="1200" dirty="0">
                <a:latin typeface="Garamond" panose="02020404030301010803" pitchFamily="18" charset="0"/>
              </a:rPr>
              <a:t>        // Virtue: Compassion in delivery</a:t>
            </a:r>
          </a:p>
          <a:p>
            <a:pPr algn="l"/>
            <a:r>
              <a:rPr lang="en-US" sz="1200" dirty="0">
                <a:latin typeface="Garamond" panose="02020404030301010803" pitchFamily="18" charset="0"/>
              </a:rPr>
              <a:t>        IF </a:t>
            </a:r>
            <a:r>
              <a:rPr lang="en-US" sz="1200" dirty="0" err="1">
                <a:latin typeface="Garamond" panose="02020404030301010803" pitchFamily="18" charset="0"/>
              </a:rPr>
              <a:t>family_member_unavailable</a:t>
            </a:r>
            <a:r>
              <a:rPr lang="en-US" sz="1200" dirty="0">
                <a:latin typeface="Garamond" panose="02020404030301010803" pitchFamily="18" charset="0"/>
              </a:rPr>
              <a:t> THEN</a:t>
            </a:r>
          </a:p>
          <a:p>
            <a:pPr algn="l"/>
            <a:r>
              <a:rPr lang="en-US" sz="1200" dirty="0">
                <a:latin typeface="Garamond" panose="02020404030301010803" pitchFamily="18" charset="0"/>
              </a:rPr>
              <a:t>            RETURN "I understand you'd like to speak with them. </a:t>
            </a:r>
          </a:p>
          <a:p>
            <a:pPr algn="l"/>
            <a:r>
              <a:rPr lang="en-US" sz="1200" dirty="0">
                <a:latin typeface="Garamond" panose="02020404030301010803" pitchFamily="18" charset="0"/>
              </a:rPr>
              <a:t>                   Let me check when they might be available." </a:t>
            </a:r>
          </a:p>
          <a:p>
            <a:pPr algn="l"/>
            <a:r>
              <a:rPr lang="en-US" sz="1200" dirty="0">
                <a:latin typeface="Garamond" panose="02020404030301010803" pitchFamily="18" charset="0"/>
              </a:rPr>
              <a:t>                   WITH </a:t>
            </a:r>
            <a:r>
              <a:rPr lang="en-US" sz="1200" dirty="0" err="1">
                <a:latin typeface="Garamond" panose="02020404030301010803" pitchFamily="18" charset="0"/>
              </a:rPr>
              <a:t>gentle_tone</a:t>
            </a:r>
            <a:r>
              <a:rPr lang="en-US" sz="1200" dirty="0">
                <a:latin typeface="Garamond" panose="02020404030301010803" pitchFamily="18" charset="0"/>
              </a:rPr>
              <a:t>()</a:t>
            </a:r>
          </a:p>
          <a:p>
            <a:pPr algn="l"/>
            <a:r>
              <a:rPr lang="en-US" sz="1200" dirty="0">
                <a:latin typeface="Garamond" panose="02020404030301010803" pitchFamily="18" charset="0"/>
              </a:rPr>
              <a:t>        END IF</a:t>
            </a:r>
          </a:p>
          <a:p>
            <a:pPr algn="l"/>
            <a:r>
              <a:rPr lang="en-US" sz="1200" dirty="0">
                <a:latin typeface="Garamond" panose="02020404030301010803" pitchFamily="18" charset="0"/>
              </a:rPr>
              <a:t>    END IF</a:t>
            </a:r>
          </a:p>
        </p:txBody>
      </p:sp>
      <p:sp>
        <p:nvSpPr>
          <p:cNvPr id="4" name="Slide Number Placeholder 3">
            <a:extLst>
              <a:ext uri="{FF2B5EF4-FFF2-40B4-BE49-F238E27FC236}">
                <a16:creationId xmlns:a16="http://schemas.microsoft.com/office/drawing/2014/main" id="{33630A71-5362-AEB4-3896-400E4CFC84DD}"/>
              </a:ext>
            </a:extLst>
          </p:cNvPr>
          <p:cNvSpPr>
            <a:spLocks noGrp="1"/>
          </p:cNvSpPr>
          <p:nvPr>
            <p:ph type="sldNum" sz="quarter" idx="12"/>
          </p:nvPr>
        </p:nvSpPr>
        <p:spPr/>
        <p:txBody>
          <a:bodyPr/>
          <a:lstStyle/>
          <a:p>
            <a:pPr>
              <a:defRPr/>
            </a:pPr>
            <a:fld id="{65D7EE65-8AFE-4022-B3D9-7794B9342842}" type="slidenum">
              <a:rPr lang="en-AU" smtClean="0">
                <a:latin typeface="Garamond" pitchFamily="34" charset="0"/>
              </a:rPr>
              <a:pPr>
                <a:defRPr/>
              </a:pPr>
              <a:t>25</a:t>
            </a:fld>
            <a:endParaRPr lang="en-AU" dirty="0"/>
          </a:p>
        </p:txBody>
      </p:sp>
      <p:sp>
        <p:nvSpPr>
          <p:cNvPr id="6" name="Rectangle 5">
            <a:extLst>
              <a:ext uri="{FF2B5EF4-FFF2-40B4-BE49-F238E27FC236}">
                <a16:creationId xmlns:a16="http://schemas.microsoft.com/office/drawing/2014/main" id="{73636094-F48E-A6CB-3531-76E9A0169998}"/>
              </a:ext>
            </a:extLst>
          </p:cNvPr>
          <p:cNvSpPr/>
          <p:nvPr/>
        </p:nvSpPr>
        <p:spPr>
          <a:xfrm>
            <a:off x="914400" y="1797957"/>
            <a:ext cx="9649072" cy="1107996"/>
          </a:xfrm>
          <a:prstGeom prst="rect">
            <a:avLst/>
          </a:prstGeom>
        </p:spPr>
        <p:txBody>
          <a:bodyPr wrap="square">
            <a:spAutoFit/>
          </a:bodyPr>
          <a:lstStyle/>
          <a:p>
            <a:pPr algn="just"/>
            <a:endParaRPr lang="en-US" sz="2200" dirty="0">
              <a:solidFill>
                <a:srgbClr val="000000"/>
              </a:solidFill>
              <a:highlight>
                <a:srgbClr val="FFFFFF"/>
              </a:highlight>
              <a:latin typeface="Garamond" panose="02020404030301010803" pitchFamily="18" charset="0"/>
            </a:endParaRPr>
          </a:p>
          <a:p>
            <a:pPr algn="just"/>
            <a:endParaRPr lang="en-US" sz="2200" dirty="0">
              <a:solidFill>
                <a:srgbClr val="000000"/>
              </a:solidFill>
              <a:highlight>
                <a:srgbClr val="FFFFFF"/>
              </a:highlight>
              <a:latin typeface="Garamond" panose="02020404030301010803" pitchFamily="18" charset="0"/>
            </a:endParaRPr>
          </a:p>
          <a:p>
            <a:pPr algn="just"/>
            <a:endParaRPr lang="en-US" sz="2200" dirty="0">
              <a:highlight>
                <a:srgbClr val="FFFFFF"/>
              </a:highlight>
              <a:latin typeface="Garamond" panose="02020404030301010803" pitchFamily="18" charset="0"/>
            </a:endParaRPr>
          </a:p>
        </p:txBody>
      </p:sp>
      <p:sp>
        <p:nvSpPr>
          <p:cNvPr id="5" name="TextBox 4">
            <a:extLst>
              <a:ext uri="{FF2B5EF4-FFF2-40B4-BE49-F238E27FC236}">
                <a16:creationId xmlns:a16="http://schemas.microsoft.com/office/drawing/2014/main" id="{42F8CE6E-0A3B-3B23-5464-21946683FC44}"/>
              </a:ext>
            </a:extLst>
          </p:cNvPr>
          <p:cNvSpPr txBox="1"/>
          <p:nvPr/>
        </p:nvSpPr>
        <p:spPr>
          <a:xfrm>
            <a:off x="949048" y="1446556"/>
            <a:ext cx="8712968" cy="1107996"/>
          </a:xfrm>
          <a:prstGeom prst="rect">
            <a:avLst/>
          </a:prstGeom>
          <a:noFill/>
        </p:spPr>
        <p:txBody>
          <a:bodyPr wrap="square">
            <a:spAutoFit/>
          </a:bodyPr>
          <a:lstStyle/>
          <a:p>
            <a:r>
              <a:rPr lang="en-US" sz="2200" b="1" dirty="0">
                <a:highlight>
                  <a:srgbClr val="FFFFFF"/>
                </a:highlight>
                <a:latin typeface="Garamond" panose="02020404030301010803" pitchFamily="18" charset="0"/>
              </a:rPr>
              <a:t>Step 5: </a:t>
            </a:r>
            <a:r>
              <a:rPr lang="en-US" sz="2200" dirty="0">
                <a:highlight>
                  <a:srgbClr val="FFFFFF"/>
                </a:highlight>
                <a:latin typeface="Garamond" panose="02020404030301010803" pitchFamily="18" charset="0"/>
              </a:rPr>
              <a:t>Create a pseudocode based on the chosen ethical theory (</a:t>
            </a:r>
          </a:p>
          <a:p>
            <a:r>
              <a:rPr lang="en-US" sz="2200" dirty="0">
                <a:highlight>
                  <a:srgbClr val="FFFFFF"/>
                </a:highlight>
                <a:latin typeface="Garamond" panose="02020404030301010803" pitchFamily="18" charset="0"/>
              </a:rPr>
              <a:t>Deontology + Virtue ethics)</a:t>
            </a:r>
          </a:p>
          <a:p>
            <a:endParaRPr lang="en-US" sz="2200" dirty="0">
              <a:highlight>
                <a:srgbClr val="FFFFFF"/>
              </a:highlight>
              <a:latin typeface="Garamond" panose="02020404030301010803" pitchFamily="18" charset="0"/>
            </a:endParaRPr>
          </a:p>
        </p:txBody>
      </p:sp>
    </p:spTree>
    <p:extLst>
      <p:ext uri="{BB962C8B-B14F-4D97-AF65-F5344CB8AC3E}">
        <p14:creationId xmlns:p14="http://schemas.microsoft.com/office/powerpoint/2010/main" val="3528339790"/>
      </p:ext>
    </p:extLst>
  </p:cSld>
  <p:clrMapOvr>
    <a:masterClrMapping/>
  </p:clrMapOvr>
  <mc:AlternateContent xmlns:mc="http://schemas.openxmlformats.org/markup-compatibility/2006" xmlns:p14="http://schemas.microsoft.com/office/powerpoint/2010/main">
    <mc:Choice Requires="p14">
      <p:transition spd="slow" p14:dur="2000" advTm="33365"/>
    </mc:Choice>
    <mc:Fallback xmlns="">
      <p:transition spd="slow" advTm="33365"/>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321B7CC-3B78-0092-2149-A20BFDC053A4}"/>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9</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Step 4: Design a mock-up of the solution</a:t>
            </a:r>
          </a:p>
        </p:txBody>
      </p:sp>
      <p:sp>
        <p:nvSpPr>
          <p:cNvPr id="5" name="TextBox 4">
            <a:extLst>
              <a:ext uri="{FF2B5EF4-FFF2-40B4-BE49-F238E27FC236}">
                <a16:creationId xmlns:a16="http://schemas.microsoft.com/office/drawing/2014/main" id="{4B597BC7-B75C-D15C-A1B5-6DABF3DF760C}"/>
              </a:ext>
            </a:extLst>
          </p:cNvPr>
          <p:cNvSpPr txBox="1"/>
          <p:nvPr/>
        </p:nvSpPr>
        <p:spPr>
          <a:xfrm>
            <a:off x="983432" y="1700808"/>
            <a:ext cx="9433048" cy="3477875"/>
          </a:xfrm>
          <a:prstGeom prst="rect">
            <a:avLst/>
          </a:prstGeom>
          <a:noFill/>
        </p:spPr>
        <p:txBody>
          <a:bodyPr wrap="square">
            <a:spAutoFit/>
          </a:bodyPr>
          <a:lstStyle/>
          <a:p>
            <a:r>
              <a:rPr lang="en-US" sz="2200" b="1" dirty="0">
                <a:latin typeface="Garamond" panose="02020404030301010803" pitchFamily="18" charset="0"/>
              </a:rPr>
              <a:t>Overview: From Pseudocode to Prototype</a:t>
            </a:r>
          </a:p>
          <a:p>
            <a:endParaRPr lang="en-US" sz="2200" b="1" dirty="0">
              <a:latin typeface="Garamond" panose="02020404030301010803" pitchFamily="18" charset="0"/>
            </a:endParaRPr>
          </a:p>
          <a:p>
            <a:r>
              <a:rPr lang="en-US" sz="2200" dirty="0">
                <a:latin typeface="Garamond" panose="02020404030301010803" pitchFamily="18" charset="0"/>
              </a:rPr>
              <a:t>Core principle. Every ethical rule from Step 3 must be represented in the user interface</a:t>
            </a:r>
          </a:p>
          <a:p>
            <a:endParaRPr lang="en-US" sz="2200" b="1" dirty="0">
              <a:latin typeface="Garamond" panose="02020404030301010803" pitchFamily="18" charset="0"/>
            </a:endParaRPr>
          </a:p>
          <a:p>
            <a:r>
              <a:rPr lang="en-US" sz="2200" dirty="0">
                <a:latin typeface="Garamond" panose="02020404030301010803" pitchFamily="18" charset="0"/>
              </a:rPr>
              <a:t>For example based on the previous output in Step 3:</a:t>
            </a:r>
          </a:p>
          <a:p>
            <a:endParaRPr lang="en-US" sz="2200" dirty="0">
              <a:latin typeface="Garamond" panose="02020404030301010803" pitchFamily="18" charset="0"/>
            </a:endParaRPr>
          </a:p>
          <a:p>
            <a:r>
              <a:rPr lang="en-US" sz="2200" b="1" dirty="0">
                <a:latin typeface="Garamond" panose="02020404030301010803" pitchFamily="18" charset="0"/>
              </a:rPr>
              <a:t>Deontological Rules</a:t>
            </a:r>
            <a:r>
              <a:rPr lang="en-US" sz="2200" dirty="0">
                <a:latin typeface="Garamond" panose="02020404030301010803" pitchFamily="18" charset="0"/>
              </a:rPr>
              <a:t> → Interface Elements &amp; Constraints</a:t>
            </a:r>
          </a:p>
          <a:p>
            <a:r>
              <a:rPr lang="en-US" sz="2200" b="1" dirty="0">
                <a:latin typeface="Garamond" panose="02020404030301010803" pitchFamily="18" charset="0"/>
              </a:rPr>
              <a:t>Virtue Ethics Guidelines</a:t>
            </a:r>
            <a:r>
              <a:rPr lang="en-US" sz="2200" dirty="0">
                <a:latin typeface="Garamond" panose="02020404030301010803" pitchFamily="18" charset="0"/>
              </a:rPr>
              <a:t> → Interaction Patterns &amp; Messaging</a:t>
            </a:r>
          </a:p>
          <a:p>
            <a:r>
              <a:rPr lang="en-US" sz="2200" b="1" dirty="0">
                <a:latin typeface="Garamond" panose="02020404030301010803" pitchFamily="18" charset="0"/>
              </a:rPr>
              <a:t>Stakeholder Needs</a:t>
            </a:r>
            <a:r>
              <a:rPr lang="en-US" sz="2200" dirty="0">
                <a:latin typeface="Garamond" panose="02020404030301010803" pitchFamily="18" charset="0"/>
              </a:rPr>
              <a:t> → Multiple User Views &amp; Permissions</a:t>
            </a:r>
          </a:p>
        </p:txBody>
      </p:sp>
    </p:spTree>
    <p:extLst>
      <p:ext uri="{BB962C8B-B14F-4D97-AF65-F5344CB8AC3E}">
        <p14:creationId xmlns:p14="http://schemas.microsoft.com/office/powerpoint/2010/main" val="37948858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8CAD42D-10BD-87CD-4FBE-5AFDF80D5412}"/>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9</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Step 4: Design a mock-up of the solution</a:t>
            </a:r>
          </a:p>
        </p:txBody>
      </p:sp>
      <p:sp>
        <p:nvSpPr>
          <p:cNvPr id="5" name="TextBox 4">
            <a:extLst>
              <a:ext uri="{FF2B5EF4-FFF2-40B4-BE49-F238E27FC236}">
                <a16:creationId xmlns:a16="http://schemas.microsoft.com/office/drawing/2014/main" id="{258B1ED2-4FCA-593C-8A7A-96B14E7B3F72}"/>
              </a:ext>
            </a:extLst>
          </p:cNvPr>
          <p:cNvSpPr txBox="1"/>
          <p:nvPr/>
        </p:nvSpPr>
        <p:spPr>
          <a:xfrm>
            <a:off x="767408" y="1736229"/>
            <a:ext cx="9433048" cy="2462213"/>
          </a:xfrm>
          <a:prstGeom prst="rect">
            <a:avLst/>
          </a:prstGeom>
          <a:noFill/>
        </p:spPr>
        <p:txBody>
          <a:bodyPr wrap="square">
            <a:spAutoFit/>
          </a:bodyPr>
          <a:lstStyle/>
          <a:p>
            <a:r>
              <a:rPr lang="en-US" sz="2200" b="1" dirty="0">
                <a:latin typeface="Garamond" panose="02020404030301010803" pitchFamily="18" charset="0"/>
              </a:rPr>
              <a:t>We would have the following, following example from "Today I am Paul":</a:t>
            </a:r>
            <a:endParaRPr lang="en-US" sz="2200" dirty="0">
              <a:latin typeface="Garamond" panose="02020404030301010803" pitchFamily="18" charset="0"/>
            </a:endParaRPr>
          </a:p>
          <a:p>
            <a:endParaRPr lang="en-US" sz="2200" dirty="0">
              <a:latin typeface="Garamond" panose="02020404030301010803" pitchFamily="18" charset="0"/>
            </a:endParaRPr>
          </a:p>
          <a:p>
            <a:r>
              <a:rPr lang="en-US" sz="2200" dirty="0">
                <a:latin typeface="Garamond" panose="02020404030301010803" pitchFamily="18" charset="0"/>
              </a:rPr>
              <a:t>RULE 1: AI_IDENTITY_DISCLOSURE = MANDATORY → Clear AI identity badge, disclosure dialog</a:t>
            </a:r>
          </a:p>
          <a:p>
            <a:endParaRPr lang="en-US" sz="2200" dirty="0">
              <a:latin typeface="Garamond" panose="02020404030301010803" pitchFamily="18" charset="0"/>
            </a:endParaRPr>
          </a:p>
          <a:p>
            <a:r>
              <a:rPr lang="en-US" sz="2200" dirty="0">
                <a:latin typeface="Garamond" panose="02020404030301010803" pitchFamily="18" charset="0"/>
              </a:rPr>
              <a:t>VIRTUE_COMPASSION: Respond with empathy → Gentle language, supportive messaging tone</a:t>
            </a:r>
          </a:p>
        </p:txBody>
      </p:sp>
    </p:spTree>
    <p:extLst>
      <p:ext uri="{BB962C8B-B14F-4D97-AF65-F5344CB8AC3E}">
        <p14:creationId xmlns:p14="http://schemas.microsoft.com/office/powerpoint/2010/main" val="42400174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D1E2DDC-7A5B-8D1C-3617-387F6F4C46F3}"/>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9</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Step 4: Design a mock-up of the solution</a:t>
            </a:r>
          </a:p>
        </p:txBody>
      </p:sp>
      <p:sp>
        <p:nvSpPr>
          <p:cNvPr id="5" name="TextBox 4">
            <a:extLst>
              <a:ext uri="{FF2B5EF4-FFF2-40B4-BE49-F238E27FC236}">
                <a16:creationId xmlns:a16="http://schemas.microsoft.com/office/drawing/2014/main" id="{D7CB4B8B-16FB-99C9-1B22-83822738354C}"/>
              </a:ext>
            </a:extLst>
          </p:cNvPr>
          <p:cNvSpPr txBox="1"/>
          <p:nvPr/>
        </p:nvSpPr>
        <p:spPr>
          <a:xfrm>
            <a:off x="767408" y="1736229"/>
            <a:ext cx="9433048" cy="2677656"/>
          </a:xfrm>
          <a:prstGeom prst="rect">
            <a:avLst/>
          </a:prstGeom>
          <a:noFill/>
        </p:spPr>
        <p:txBody>
          <a:bodyPr wrap="square">
            <a:spAutoFit/>
          </a:bodyPr>
          <a:lstStyle/>
          <a:p>
            <a:r>
              <a:rPr lang="en-US" sz="2400" b="1" dirty="0">
                <a:latin typeface="Garamond" panose="02020404030301010803" pitchFamily="18" charset="0"/>
              </a:rPr>
              <a:t>Step 4.1: Map Ethical Rules to Interface Requirements</a:t>
            </a:r>
          </a:p>
          <a:p>
            <a:endParaRPr lang="en-US" sz="2400" b="1" dirty="0">
              <a:latin typeface="Garamond" panose="02020404030301010803" pitchFamily="18" charset="0"/>
            </a:endParaRPr>
          </a:p>
          <a:p>
            <a:r>
              <a:rPr lang="en-US" sz="2400" b="1" dirty="0">
                <a:latin typeface="Garamond" panose="02020404030301010803" pitchFamily="18" charset="0"/>
              </a:rPr>
              <a:t>Process:</a:t>
            </a:r>
          </a:p>
          <a:p>
            <a:r>
              <a:rPr lang="en-US" sz="2400" dirty="0">
                <a:latin typeface="Garamond" panose="02020404030301010803" pitchFamily="18" charset="0"/>
              </a:rPr>
              <a:t>Extract each rule from the Step 3 pseudocode output</a:t>
            </a:r>
          </a:p>
          <a:p>
            <a:r>
              <a:rPr lang="en-US" sz="2400" dirty="0">
                <a:latin typeface="Garamond" panose="02020404030301010803" pitchFamily="18" charset="0"/>
              </a:rPr>
              <a:t>Identify interface touchpoints where the rule applies</a:t>
            </a:r>
          </a:p>
          <a:p>
            <a:r>
              <a:rPr lang="en-US" sz="2400" dirty="0">
                <a:latin typeface="Garamond" panose="02020404030301010803" pitchFamily="18" charset="0"/>
              </a:rPr>
              <a:t>Design specific UI elements that enforce the rule</a:t>
            </a:r>
          </a:p>
          <a:p>
            <a:r>
              <a:rPr lang="en-US" sz="2400" dirty="0">
                <a:latin typeface="Garamond" panose="02020404030301010803" pitchFamily="18" charset="0"/>
              </a:rPr>
              <a:t>Consider error states when rules are violated</a:t>
            </a:r>
          </a:p>
        </p:txBody>
      </p:sp>
    </p:spTree>
    <p:extLst>
      <p:ext uri="{BB962C8B-B14F-4D97-AF65-F5344CB8AC3E}">
        <p14:creationId xmlns:p14="http://schemas.microsoft.com/office/powerpoint/2010/main" val="37644630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103BBDF-1536-F6C1-C1C9-D99ADE1A8C2F}"/>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9</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Step 4: Design a mock-up of the solution</a:t>
            </a:r>
          </a:p>
        </p:txBody>
      </p:sp>
      <p:sp>
        <p:nvSpPr>
          <p:cNvPr id="4" name="Slide Number Placeholder 3">
            <a:extLst>
              <a:ext uri="{FF2B5EF4-FFF2-40B4-BE49-F238E27FC236}">
                <a16:creationId xmlns:a16="http://schemas.microsoft.com/office/drawing/2014/main" id="{88420953-71D9-2EF2-823A-7C5B1CB6EC1D}"/>
              </a:ext>
            </a:extLst>
          </p:cNvPr>
          <p:cNvSpPr>
            <a:spLocks noGrp="1"/>
          </p:cNvSpPr>
          <p:nvPr>
            <p:ph type="sldNum" sz="quarter" idx="12"/>
          </p:nvPr>
        </p:nvSpPr>
        <p:spPr/>
        <p:txBody>
          <a:bodyPr/>
          <a:lstStyle/>
          <a:p>
            <a:pPr>
              <a:defRPr/>
            </a:pPr>
            <a:fld id="{65D7EE65-8AFE-4022-B3D9-7794B9342842}" type="slidenum">
              <a:rPr lang="en-AU" smtClean="0">
                <a:latin typeface="Garamond" pitchFamily="34" charset="0"/>
              </a:rPr>
              <a:pPr>
                <a:defRPr/>
              </a:pPr>
              <a:t>29</a:t>
            </a:fld>
            <a:endParaRPr lang="en-AU" dirty="0"/>
          </a:p>
        </p:txBody>
      </p:sp>
      <p:sp>
        <p:nvSpPr>
          <p:cNvPr id="6" name="Rectangle 5">
            <a:extLst>
              <a:ext uri="{FF2B5EF4-FFF2-40B4-BE49-F238E27FC236}">
                <a16:creationId xmlns:a16="http://schemas.microsoft.com/office/drawing/2014/main" id="{D8C15D5D-6356-C7AD-8ED0-782596F2D48A}"/>
              </a:ext>
            </a:extLst>
          </p:cNvPr>
          <p:cNvSpPr/>
          <p:nvPr/>
        </p:nvSpPr>
        <p:spPr>
          <a:xfrm>
            <a:off x="914400" y="1797957"/>
            <a:ext cx="9649072" cy="1107996"/>
          </a:xfrm>
          <a:prstGeom prst="rect">
            <a:avLst/>
          </a:prstGeom>
        </p:spPr>
        <p:txBody>
          <a:bodyPr wrap="square">
            <a:spAutoFit/>
          </a:bodyPr>
          <a:lstStyle/>
          <a:p>
            <a:pPr algn="just"/>
            <a:endParaRPr lang="en-US" sz="2200" dirty="0">
              <a:solidFill>
                <a:srgbClr val="000000"/>
              </a:solidFill>
              <a:highlight>
                <a:srgbClr val="FFFFFF"/>
              </a:highlight>
              <a:latin typeface="Garamond" panose="02020404030301010803" pitchFamily="18" charset="0"/>
            </a:endParaRPr>
          </a:p>
          <a:p>
            <a:pPr algn="just"/>
            <a:endParaRPr lang="en-US" sz="2200" dirty="0">
              <a:solidFill>
                <a:srgbClr val="000000"/>
              </a:solidFill>
              <a:highlight>
                <a:srgbClr val="FFFFFF"/>
              </a:highlight>
              <a:latin typeface="Garamond" panose="02020404030301010803" pitchFamily="18" charset="0"/>
            </a:endParaRPr>
          </a:p>
          <a:p>
            <a:pPr algn="just"/>
            <a:endParaRPr lang="en-US" sz="2200" dirty="0">
              <a:highlight>
                <a:srgbClr val="FFFFFF"/>
              </a:highlight>
              <a:latin typeface="Garamond" panose="02020404030301010803" pitchFamily="18" charset="0"/>
            </a:endParaRPr>
          </a:p>
        </p:txBody>
      </p:sp>
      <p:sp>
        <p:nvSpPr>
          <p:cNvPr id="5" name="TextBox 4">
            <a:extLst>
              <a:ext uri="{FF2B5EF4-FFF2-40B4-BE49-F238E27FC236}">
                <a16:creationId xmlns:a16="http://schemas.microsoft.com/office/drawing/2014/main" id="{9C995E44-4A1C-2AF6-4B87-21ED1AC869C4}"/>
              </a:ext>
            </a:extLst>
          </p:cNvPr>
          <p:cNvSpPr txBox="1"/>
          <p:nvPr/>
        </p:nvSpPr>
        <p:spPr>
          <a:xfrm>
            <a:off x="1055440" y="1594084"/>
            <a:ext cx="8712968" cy="430887"/>
          </a:xfrm>
          <a:prstGeom prst="rect">
            <a:avLst/>
          </a:prstGeom>
          <a:noFill/>
        </p:spPr>
        <p:txBody>
          <a:bodyPr wrap="square">
            <a:spAutoFit/>
          </a:bodyPr>
          <a:lstStyle/>
          <a:p>
            <a:r>
              <a:rPr lang="en-US" sz="2200" b="1" dirty="0">
                <a:highlight>
                  <a:srgbClr val="FFFFFF"/>
                </a:highlight>
                <a:latin typeface="Garamond" panose="02020404030301010803" pitchFamily="18" charset="0"/>
              </a:rPr>
              <a:t>Mapping exercise:</a:t>
            </a:r>
            <a:endParaRPr lang="en-US" sz="2200" dirty="0">
              <a:highlight>
                <a:srgbClr val="FFFFFF"/>
              </a:highlight>
              <a:latin typeface="Garamond" panose="02020404030301010803" pitchFamily="18" charset="0"/>
            </a:endParaRPr>
          </a:p>
        </p:txBody>
      </p:sp>
      <p:graphicFrame>
        <p:nvGraphicFramePr>
          <p:cNvPr id="2" name="Table 1">
            <a:extLst>
              <a:ext uri="{FF2B5EF4-FFF2-40B4-BE49-F238E27FC236}">
                <a16:creationId xmlns:a16="http://schemas.microsoft.com/office/drawing/2014/main" id="{1433BB65-F298-6B54-A46E-436E0B8A2FDE}"/>
              </a:ext>
            </a:extLst>
          </p:cNvPr>
          <p:cNvGraphicFramePr>
            <a:graphicFrameLocks noGrp="1"/>
          </p:cNvGraphicFramePr>
          <p:nvPr>
            <p:extLst>
              <p:ext uri="{D42A27DB-BD31-4B8C-83A1-F6EECF244321}">
                <p14:modId xmlns:p14="http://schemas.microsoft.com/office/powerpoint/2010/main" val="4145530437"/>
              </p:ext>
            </p:extLst>
          </p:nvPr>
        </p:nvGraphicFramePr>
        <p:xfrm>
          <a:off x="914400" y="2251985"/>
          <a:ext cx="10515600" cy="2011680"/>
        </p:xfrm>
        <a:graphic>
          <a:graphicData uri="http://schemas.openxmlformats.org/drawingml/2006/table">
            <a:tbl>
              <a:tblPr/>
              <a:tblGrid>
                <a:gridCol w="3505200">
                  <a:extLst>
                    <a:ext uri="{9D8B030D-6E8A-4147-A177-3AD203B41FA5}">
                      <a16:colId xmlns:a16="http://schemas.microsoft.com/office/drawing/2014/main" val="3197569856"/>
                    </a:ext>
                  </a:extLst>
                </a:gridCol>
                <a:gridCol w="3505200">
                  <a:extLst>
                    <a:ext uri="{9D8B030D-6E8A-4147-A177-3AD203B41FA5}">
                      <a16:colId xmlns:a16="http://schemas.microsoft.com/office/drawing/2014/main" val="1784539007"/>
                    </a:ext>
                  </a:extLst>
                </a:gridCol>
                <a:gridCol w="3505200">
                  <a:extLst>
                    <a:ext uri="{9D8B030D-6E8A-4147-A177-3AD203B41FA5}">
                      <a16:colId xmlns:a16="http://schemas.microsoft.com/office/drawing/2014/main" val="1100970559"/>
                    </a:ext>
                  </a:extLst>
                </a:gridCol>
              </a:tblGrid>
              <a:tr h="0">
                <a:tc>
                  <a:txBody>
                    <a:bodyPr/>
                    <a:lstStyle/>
                    <a:p>
                      <a:pPr>
                        <a:buNone/>
                      </a:pPr>
                      <a:r>
                        <a:rPr lang="en-US" dirty="0">
                          <a:latin typeface="Garamond" panose="02020404030301010803" pitchFamily="18" charset="0"/>
                        </a:rPr>
                        <a:t>Pseudocode Rule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US">
                          <a:latin typeface="Garamond" panose="02020404030301010803" pitchFamily="18" charset="0"/>
                        </a:rPr>
                        <a:t>Interface Element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US">
                          <a:latin typeface="Garamond" panose="02020404030301010803" pitchFamily="18" charset="0"/>
                        </a:rPr>
                        <a:t>User Experience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1615389133"/>
                  </a:ext>
                </a:extLst>
              </a:tr>
              <a:tr h="0">
                <a:tc>
                  <a:txBody>
                    <a:bodyPr/>
                    <a:lstStyle/>
                    <a:p>
                      <a:pPr>
                        <a:buNone/>
                      </a:pPr>
                      <a:r>
                        <a:rPr lang="en-US" dirty="0">
                          <a:latin typeface="Garamond" panose="02020404030301010803" pitchFamily="18" charset="0"/>
                        </a:rPr>
                        <a:t>AI_IDENTITY_DISCLOSURE = MANDATORY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US">
                          <a:latin typeface="Garamond" panose="02020404030301010803" pitchFamily="18" charset="0"/>
                        </a:rPr>
                        <a:t>Persistent AI indicator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US">
                          <a:latin typeface="Garamond" panose="02020404030301010803" pitchFamily="18" charset="0"/>
                        </a:rPr>
                        <a:t>Always visible robot icon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3993826317"/>
                  </a:ext>
                </a:extLst>
              </a:tr>
              <a:tr h="0">
                <a:tc>
                  <a:txBody>
                    <a:bodyPr/>
                    <a:lstStyle/>
                    <a:p>
                      <a:pPr>
                        <a:buNone/>
                      </a:pPr>
                      <a:r>
                        <a:rPr lang="en-US">
                          <a:latin typeface="Garamond" panose="02020404030301010803" pitchFamily="18" charset="0"/>
                        </a:rPr>
                        <a:t>CONSENT_REQUIRED = TRUE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US">
                          <a:latin typeface="Garamond" panose="02020404030301010803" pitchFamily="18" charset="0"/>
                        </a:rPr>
                        <a:t>Multi-step consent flow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US">
                          <a:latin typeface="Garamond" panose="02020404030301010803" pitchFamily="18" charset="0"/>
                        </a:rPr>
                        <a:t>Clear opt-in checkboxes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1263671363"/>
                  </a:ext>
                </a:extLst>
              </a:tr>
              <a:tr h="0">
                <a:tc>
                  <a:txBody>
                    <a:bodyPr/>
                    <a:lstStyle/>
                    <a:p>
                      <a:pPr>
                        <a:buNone/>
                      </a:pPr>
                      <a:r>
                        <a:rPr lang="en-US" dirty="0">
                          <a:latin typeface="Garamond" panose="02020404030301010803" pitchFamily="18" charset="0"/>
                        </a:rPr>
                        <a:t>PATIENT_SAFETY = PRIORITY_1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US">
                          <a:latin typeface="Garamond" panose="02020404030301010803" pitchFamily="18" charset="0"/>
                        </a:rPr>
                        <a:t>Emergency alert system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US" dirty="0">
                          <a:latin typeface="Garamond" panose="02020404030301010803" pitchFamily="18" charset="0"/>
                        </a:rPr>
                        <a:t>Red alert button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2102531804"/>
                  </a:ext>
                </a:extLst>
              </a:tr>
            </a:tbl>
          </a:graphicData>
        </a:graphic>
      </p:graphicFrame>
    </p:spTree>
    <p:extLst>
      <p:ext uri="{BB962C8B-B14F-4D97-AF65-F5344CB8AC3E}">
        <p14:creationId xmlns:p14="http://schemas.microsoft.com/office/powerpoint/2010/main" val="1405853729"/>
      </p:ext>
    </p:extLst>
  </p:cSld>
  <p:clrMapOvr>
    <a:masterClrMapping/>
  </p:clrMapOvr>
  <mc:AlternateContent xmlns:mc="http://schemas.openxmlformats.org/markup-compatibility/2006" xmlns:p14="http://schemas.microsoft.com/office/powerpoint/2010/main">
    <mc:Choice Requires="p14">
      <p:transition spd="slow" p14:dur="2000" advTm="33365"/>
    </mc:Choice>
    <mc:Fallback xmlns="">
      <p:transition spd="slow" advTm="33365"/>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ABCBB93-7083-7918-FA69-F06F123B3383}"/>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9</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Step 4: Design a mock-up of the solution</a:t>
            </a:r>
          </a:p>
        </p:txBody>
      </p:sp>
      <p:sp>
        <p:nvSpPr>
          <p:cNvPr id="4" name="Slide Number Placeholder 3">
            <a:extLst>
              <a:ext uri="{FF2B5EF4-FFF2-40B4-BE49-F238E27FC236}">
                <a16:creationId xmlns:a16="http://schemas.microsoft.com/office/drawing/2014/main" id="{3AF1F503-9F37-7547-E6C1-BE0115C36806}"/>
              </a:ext>
            </a:extLst>
          </p:cNvPr>
          <p:cNvSpPr>
            <a:spLocks noGrp="1"/>
          </p:cNvSpPr>
          <p:nvPr>
            <p:ph type="sldNum" sz="quarter" idx="12"/>
          </p:nvPr>
        </p:nvSpPr>
        <p:spPr/>
        <p:txBody>
          <a:bodyPr/>
          <a:lstStyle/>
          <a:p>
            <a:pPr>
              <a:defRPr/>
            </a:pPr>
            <a:fld id="{65D7EE65-8AFE-4022-B3D9-7794B9342842}" type="slidenum">
              <a:rPr lang="en-AU" smtClean="0">
                <a:latin typeface="Garamond" pitchFamily="34" charset="0"/>
              </a:rPr>
              <a:pPr>
                <a:defRPr/>
              </a:pPr>
              <a:t>30</a:t>
            </a:fld>
            <a:endParaRPr lang="en-AU" dirty="0"/>
          </a:p>
        </p:txBody>
      </p:sp>
      <p:sp>
        <p:nvSpPr>
          <p:cNvPr id="6" name="Rectangle 5">
            <a:extLst>
              <a:ext uri="{FF2B5EF4-FFF2-40B4-BE49-F238E27FC236}">
                <a16:creationId xmlns:a16="http://schemas.microsoft.com/office/drawing/2014/main" id="{B39E22B6-D469-A58F-02D8-A6F920BD9B02}"/>
              </a:ext>
            </a:extLst>
          </p:cNvPr>
          <p:cNvSpPr/>
          <p:nvPr/>
        </p:nvSpPr>
        <p:spPr>
          <a:xfrm>
            <a:off x="914400" y="1797957"/>
            <a:ext cx="9649072" cy="1107996"/>
          </a:xfrm>
          <a:prstGeom prst="rect">
            <a:avLst/>
          </a:prstGeom>
        </p:spPr>
        <p:txBody>
          <a:bodyPr wrap="square">
            <a:spAutoFit/>
          </a:bodyPr>
          <a:lstStyle/>
          <a:p>
            <a:pPr algn="just"/>
            <a:endParaRPr lang="en-US" sz="2200" dirty="0">
              <a:solidFill>
                <a:srgbClr val="000000"/>
              </a:solidFill>
              <a:highlight>
                <a:srgbClr val="FFFFFF"/>
              </a:highlight>
              <a:latin typeface="Garamond" panose="02020404030301010803" pitchFamily="18" charset="0"/>
            </a:endParaRPr>
          </a:p>
          <a:p>
            <a:pPr algn="just"/>
            <a:endParaRPr lang="en-US" sz="2200" dirty="0">
              <a:solidFill>
                <a:srgbClr val="000000"/>
              </a:solidFill>
              <a:highlight>
                <a:srgbClr val="FFFFFF"/>
              </a:highlight>
              <a:latin typeface="Garamond" panose="02020404030301010803" pitchFamily="18" charset="0"/>
            </a:endParaRPr>
          </a:p>
          <a:p>
            <a:pPr algn="just"/>
            <a:endParaRPr lang="en-US" sz="2200" dirty="0">
              <a:highlight>
                <a:srgbClr val="FFFFFF"/>
              </a:highlight>
              <a:latin typeface="Garamond" panose="02020404030301010803" pitchFamily="18" charset="0"/>
            </a:endParaRPr>
          </a:p>
        </p:txBody>
      </p:sp>
      <p:sp>
        <p:nvSpPr>
          <p:cNvPr id="5" name="TextBox 4">
            <a:extLst>
              <a:ext uri="{FF2B5EF4-FFF2-40B4-BE49-F238E27FC236}">
                <a16:creationId xmlns:a16="http://schemas.microsoft.com/office/drawing/2014/main" id="{4E5E038D-5B42-BDA5-0A2E-1C3F24D128E4}"/>
              </a:ext>
            </a:extLst>
          </p:cNvPr>
          <p:cNvSpPr txBox="1"/>
          <p:nvPr/>
        </p:nvSpPr>
        <p:spPr>
          <a:xfrm>
            <a:off x="983432" y="1645407"/>
            <a:ext cx="8712968" cy="3046988"/>
          </a:xfrm>
          <a:prstGeom prst="rect">
            <a:avLst/>
          </a:prstGeom>
          <a:noFill/>
        </p:spPr>
        <p:txBody>
          <a:bodyPr wrap="square">
            <a:spAutoFit/>
          </a:bodyPr>
          <a:lstStyle/>
          <a:p>
            <a:r>
              <a:rPr lang="en-US" sz="2400" b="1" dirty="0">
                <a:highlight>
                  <a:srgbClr val="FFFFFF"/>
                </a:highlight>
                <a:latin typeface="Garamond" panose="02020404030301010803" pitchFamily="18" charset="0"/>
              </a:rPr>
              <a:t>Step 4.2: Design Ethical Decision Flows</a:t>
            </a:r>
          </a:p>
          <a:p>
            <a:endParaRPr lang="en-US" sz="2400" b="1" dirty="0">
              <a:highlight>
                <a:srgbClr val="FFFFFF"/>
              </a:highlight>
              <a:latin typeface="Garamond" panose="02020404030301010803" pitchFamily="18" charset="0"/>
            </a:endParaRPr>
          </a:p>
          <a:p>
            <a:r>
              <a:rPr lang="en-US" sz="2400" b="1" dirty="0">
                <a:highlight>
                  <a:srgbClr val="FFFFFF"/>
                </a:highlight>
                <a:latin typeface="Garamond" panose="02020404030301010803" pitchFamily="18" charset="0"/>
              </a:rPr>
              <a:t>Key Components:</a:t>
            </a:r>
          </a:p>
          <a:p>
            <a:endParaRPr lang="en-US" sz="2400" b="1" dirty="0">
              <a:highlight>
                <a:srgbClr val="FFFFFF"/>
              </a:highlight>
              <a:latin typeface="Garamond" panose="02020404030301010803" pitchFamily="18" charset="0"/>
            </a:endParaRPr>
          </a:p>
          <a:p>
            <a:r>
              <a:rPr lang="en-US" sz="2400" b="1" dirty="0">
                <a:highlight>
                  <a:srgbClr val="FFFFFF"/>
                </a:highlight>
                <a:latin typeface="Garamond" panose="02020404030301010803" pitchFamily="18" charset="0"/>
              </a:rPr>
              <a:t>Entry Points</a:t>
            </a:r>
            <a:r>
              <a:rPr lang="en-US" sz="2400" dirty="0">
                <a:highlight>
                  <a:srgbClr val="FFFFFF"/>
                </a:highlight>
                <a:latin typeface="Garamond" panose="02020404030301010803" pitchFamily="18" charset="0"/>
              </a:rPr>
              <a:t>: How users first encounter ethical safeguards</a:t>
            </a:r>
          </a:p>
          <a:p>
            <a:r>
              <a:rPr lang="en-US" sz="2400" b="1" dirty="0">
                <a:highlight>
                  <a:srgbClr val="FFFFFF"/>
                </a:highlight>
                <a:latin typeface="Garamond" panose="02020404030301010803" pitchFamily="18" charset="0"/>
              </a:rPr>
              <a:t>Decision Nodes</a:t>
            </a:r>
            <a:r>
              <a:rPr lang="en-US" sz="2400" dirty="0">
                <a:highlight>
                  <a:srgbClr val="FFFFFF"/>
                </a:highlight>
                <a:latin typeface="Garamond" panose="02020404030301010803" pitchFamily="18" charset="0"/>
              </a:rPr>
              <a:t>: Points where users make ethical choices</a:t>
            </a:r>
          </a:p>
          <a:p>
            <a:r>
              <a:rPr lang="en-US" sz="2400" b="1" dirty="0">
                <a:highlight>
                  <a:srgbClr val="FFFFFF"/>
                </a:highlight>
                <a:latin typeface="Garamond" panose="02020404030301010803" pitchFamily="18" charset="0"/>
              </a:rPr>
              <a:t>Feedback Loops</a:t>
            </a:r>
            <a:r>
              <a:rPr lang="en-US" sz="2400" dirty="0">
                <a:highlight>
                  <a:srgbClr val="FFFFFF"/>
                </a:highlight>
                <a:latin typeface="Garamond" panose="02020404030301010803" pitchFamily="18" charset="0"/>
              </a:rPr>
              <a:t>: How system responds to user decisions</a:t>
            </a:r>
          </a:p>
          <a:p>
            <a:r>
              <a:rPr lang="en-US" sz="2400" b="1" dirty="0">
                <a:highlight>
                  <a:srgbClr val="FFFFFF"/>
                </a:highlight>
                <a:latin typeface="Garamond" panose="02020404030301010803" pitchFamily="18" charset="0"/>
              </a:rPr>
              <a:t>Override Protocols</a:t>
            </a:r>
            <a:r>
              <a:rPr lang="en-US" sz="2400" dirty="0">
                <a:highlight>
                  <a:srgbClr val="FFFFFF"/>
                </a:highlight>
                <a:latin typeface="Garamond" panose="02020404030301010803" pitchFamily="18" charset="0"/>
              </a:rPr>
              <a:t>: When and how ethical rules can be adjusted</a:t>
            </a:r>
          </a:p>
        </p:txBody>
      </p:sp>
    </p:spTree>
    <p:extLst>
      <p:ext uri="{BB962C8B-B14F-4D97-AF65-F5344CB8AC3E}">
        <p14:creationId xmlns:p14="http://schemas.microsoft.com/office/powerpoint/2010/main" val="2327290199"/>
      </p:ext>
    </p:extLst>
  </p:cSld>
  <p:clrMapOvr>
    <a:masterClrMapping/>
  </p:clrMapOvr>
  <mc:AlternateContent xmlns:mc="http://schemas.openxmlformats.org/markup-compatibility/2006" xmlns:p14="http://schemas.microsoft.com/office/powerpoint/2010/main">
    <mc:Choice Requires="p14">
      <p:transition spd="slow" p14:dur="2000" advTm="33365"/>
    </mc:Choice>
    <mc:Fallback xmlns="">
      <p:transition spd="slow" advTm="33365"/>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45F3610-BEA5-5EF5-BC92-C86F37A8C625}"/>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9</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Step 4: Design a mock-up of the solution</a:t>
            </a:r>
          </a:p>
        </p:txBody>
      </p:sp>
      <p:sp>
        <p:nvSpPr>
          <p:cNvPr id="4" name="Slide Number Placeholder 3">
            <a:extLst>
              <a:ext uri="{FF2B5EF4-FFF2-40B4-BE49-F238E27FC236}">
                <a16:creationId xmlns:a16="http://schemas.microsoft.com/office/drawing/2014/main" id="{6F9AAC6E-D133-7A0B-DCE9-5292C013A443}"/>
              </a:ext>
            </a:extLst>
          </p:cNvPr>
          <p:cNvSpPr>
            <a:spLocks noGrp="1"/>
          </p:cNvSpPr>
          <p:nvPr>
            <p:ph type="sldNum" sz="quarter" idx="12"/>
          </p:nvPr>
        </p:nvSpPr>
        <p:spPr/>
        <p:txBody>
          <a:bodyPr/>
          <a:lstStyle/>
          <a:p>
            <a:pPr>
              <a:defRPr/>
            </a:pPr>
            <a:fld id="{65D7EE65-8AFE-4022-B3D9-7794B9342842}" type="slidenum">
              <a:rPr lang="en-AU" smtClean="0">
                <a:latin typeface="Garamond" pitchFamily="34" charset="0"/>
              </a:rPr>
              <a:pPr>
                <a:defRPr/>
              </a:pPr>
              <a:t>31</a:t>
            </a:fld>
            <a:endParaRPr lang="en-AU" dirty="0"/>
          </a:p>
        </p:txBody>
      </p:sp>
      <p:sp>
        <p:nvSpPr>
          <p:cNvPr id="6" name="Rectangle 5">
            <a:extLst>
              <a:ext uri="{FF2B5EF4-FFF2-40B4-BE49-F238E27FC236}">
                <a16:creationId xmlns:a16="http://schemas.microsoft.com/office/drawing/2014/main" id="{4CCE9E8B-383A-D8AA-BA80-83E4826DD2E4}"/>
              </a:ext>
            </a:extLst>
          </p:cNvPr>
          <p:cNvSpPr/>
          <p:nvPr/>
        </p:nvSpPr>
        <p:spPr>
          <a:xfrm>
            <a:off x="914400" y="1797957"/>
            <a:ext cx="9649072" cy="1107996"/>
          </a:xfrm>
          <a:prstGeom prst="rect">
            <a:avLst/>
          </a:prstGeom>
        </p:spPr>
        <p:txBody>
          <a:bodyPr wrap="square">
            <a:spAutoFit/>
          </a:bodyPr>
          <a:lstStyle/>
          <a:p>
            <a:pPr algn="just"/>
            <a:endParaRPr lang="en-US" sz="2200" dirty="0">
              <a:solidFill>
                <a:srgbClr val="000000"/>
              </a:solidFill>
              <a:highlight>
                <a:srgbClr val="FFFFFF"/>
              </a:highlight>
              <a:latin typeface="Garamond" panose="02020404030301010803" pitchFamily="18" charset="0"/>
            </a:endParaRPr>
          </a:p>
          <a:p>
            <a:pPr algn="just"/>
            <a:endParaRPr lang="en-US" sz="2200" dirty="0">
              <a:solidFill>
                <a:srgbClr val="000000"/>
              </a:solidFill>
              <a:highlight>
                <a:srgbClr val="FFFFFF"/>
              </a:highlight>
              <a:latin typeface="Garamond" panose="02020404030301010803" pitchFamily="18" charset="0"/>
            </a:endParaRPr>
          </a:p>
          <a:p>
            <a:pPr algn="just"/>
            <a:endParaRPr lang="en-US" sz="2200" dirty="0">
              <a:highlight>
                <a:srgbClr val="FFFFFF"/>
              </a:highlight>
              <a:latin typeface="Garamond" panose="02020404030301010803" pitchFamily="18" charset="0"/>
            </a:endParaRPr>
          </a:p>
        </p:txBody>
      </p:sp>
      <p:sp>
        <p:nvSpPr>
          <p:cNvPr id="5" name="TextBox 4">
            <a:extLst>
              <a:ext uri="{FF2B5EF4-FFF2-40B4-BE49-F238E27FC236}">
                <a16:creationId xmlns:a16="http://schemas.microsoft.com/office/drawing/2014/main" id="{98C23A17-909F-600B-726F-E497FAB20E3B}"/>
              </a:ext>
            </a:extLst>
          </p:cNvPr>
          <p:cNvSpPr txBox="1"/>
          <p:nvPr/>
        </p:nvSpPr>
        <p:spPr>
          <a:xfrm>
            <a:off x="983432" y="1645407"/>
            <a:ext cx="8712968" cy="2308324"/>
          </a:xfrm>
          <a:prstGeom prst="rect">
            <a:avLst/>
          </a:prstGeom>
          <a:noFill/>
        </p:spPr>
        <p:txBody>
          <a:bodyPr wrap="square">
            <a:spAutoFit/>
          </a:bodyPr>
          <a:lstStyle/>
          <a:p>
            <a:r>
              <a:rPr lang="en-US" sz="2400" b="1" dirty="0">
                <a:highlight>
                  <a:srgbClr val="FFFFFF"/>
                </a:highlight>
                <a:latin typeface="Garamond" panose="02020404030301010803" pitchFamily="18" charset="0"/>
              </a:rPr>
              <a:t>Flow Design Principles:</a:t>
            </a:r>
          </a:p>
          <a:p>
            <a:endParaRPr lang="en-US" sz="2400" b="1" dirty="0">
              <a:highlight>
                <a:srgbClr val="FFFFFF"/>
              </a:highlight>
              <a:latin typeface="Garamond" panose="02020404030301010803" pitchFamily="18" charset="0"/>
            </a:endParaRPr>
          </a:p>
          <a:p>
            <a:r>
              <a:rPr lang="en-US" sz="2400" b="1" dirty="0">
                <a:highlight>
                  <a:srgbClr val="FFFFFF"/>
                </a:highlight>
                <a:latin typeface="Garamond" panose="02020404030301010803" pitchFamily="18" charset="0"/>
              </a:rPr>
              <a:t>Transparency</a:t>
            </a:r>
            <a:r>
              <a:rPr lang="en-US" sz="2400" dirty="0">
                <a:highlight>
                  <a:srgbClr val="FFFFFF"/>
                </a:highlight>
                <a:latin typeface="Garamond" panose="02020404030301010803" pitchFamily="18" charset="0"/>
              </a:rPr>
              <a:t>: Users understand what's happening and why</a:t>
            </a:r>
          </a:p>
          <a:p>
            <a:r>
              <a:rPr lang="en-US" sz="2400" b="1" dirty="0">
                <a:highlight>
                  <a:srgbClr val="FFFFFF"/>
                </a:highlight>
                <a:latin typeface="Garamond" panose="02020404030301010803" pitchFamily="18" charset="0"/>
              </a:rPr>
              <a:t>Agency</a:t>
            </a:r>
            <a:r>
              <a:rPr lang="en-US" sz="2400" dirty="0">
                <a:highlight>
                  <a:srgbClr val="FFFFFF"/>
                </a:highlight>
                <a:latin typeface="Garamond" panose="02020404030301010803" pitchFamily="18" charset="0"/>
              </a:rPr>
              <a:t>: Users maintain control over ethical decisions</a:t>
            </a:r>
          </a:p>
          <a:p>
            <a:r>
              <a:rPr lang="en-US" sz="2400" b="1" dirty="0">
                <a:highlight>
                  <a:srgbClr val="FFFFFF"/>
                </a:highlight>
                <a:latin typeface="Garamond" panose="02020404030301010803" pitchFamily="18" charset="0"/>
              </a:rPr>
              <a:t>Clarity</a:t>
            </a:r>
            <a:r>
              <a:rPr lang="en-US" sz="2400" dirty="0">
                <a:highlight>
                  <a:srgbClr val="FFFFFF"/>
                </a:highlight>
                <a:latin typeface="Garamond" panose="02020404030301010803" pitchFamily="18" charset="0"/>
              </a:rPr>
              <a:t>: Ethical implications are clearly communicated</a:t>
            </a:r>
          </a:p>
          <a:p>
            <a:r>
              <a:rPr lang="en-US" sz="2400" b="1" dirty="0">
                <a:highlight>
                  <a:srgbClr val="FFFFFF"/>
                </a:highlight>
                <a:latin typeface="Garamond" panose="02020404030301010803" pitchFamily="18" charset="0"/>
              </a:rPr>
              <a:t>Reversibility</a:t>
            </a:r>
            <a:r>
              <a:rPr lang="en-US" sz="2400" dirty="0">
                <a:highlight>
                  <a:srgbClr val="FFFFFF"/>
                </a:highlight>
                <a:latin typeface="Garamond" panose="02020404030301010803" pitchFamily="18" charset="0"/>
              </a:rPr>
              <a:t>: Users can modify consent and preferences</a:t>
            </a:r>
          </a:p>
        </p:txBody>
      </p:sp>
    </p:spTree>
    <p:extLst>
      <p:ext uri="{BB962C8B-B14F-4D97-AF65-F5344CB8AC3E}">
        <p14:creationId xmlns:p14="http://schemas.microsoft.com/office/powerpoint/2010/main" val="4024963432"/>
      </p:ext>
    </p:extLst>
  </p:cSld>
  <p:clrMapOvr>
    <a:masterClrMapping/>
  </p:clrMapOvr>
  <mc:AlternateContent xmlns:mc="http://schemas.openxmlformats.org/markup-compatibility/2006" xmlns:p14="http://schemas.microsoft.com/office/powerpoint/2010/main">
    <mc:Choice Requires="p14">
      <p:transition spd="slow" p14:dur="2000" advTm="33365"/>
    </mc:Choice>
    <mc:Fallback xmlns="">
      <p:transition spd="slow" advTm="33365"/>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413F9A3-5848-1256-8EAC-559B04D14939}"/>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9</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Step 4: Design a mock-up of the solution</a:t>
            </a:r>
          </a:p>
        </p:txBody>
      </p:sp>
      <p:sp>
        <p:nvSpPr>
          <p:cNvPr id="4" name="Slide Number Placeholder 3">
            <a:extLst>
              <a:ext uri="{FF2B5EF4-FFF2-40B4-BE49-F238E27FC236}">
                <a16:creationId xmlns:a16="http://schemas.microsoft.com/office/drawing/2014/main" id="{5DEFABB8-E2CE-BDA5-FFFD-E42328AA00CD}"/>
              </a:ext>
            </a:extLst>
          </p:cNvPr>
          <p:cNvSpPr>
            <a:spLocks noGrp="1"/>
          </p:cNvSpPr>
          <p:nvPr>
            <p:ph type="sldNum" sz="quarter" idx="12"/>
          </p:nvPr>
        </p:nvSpPr>
        <p:spPr/>
        <p:txBody>
          <a:bodyPr/>
          <a:lstStyle/>
          <a:p>
            <a:pPr>
              <a:defRPr/>
            </a:pPr>
            <a:fld id="{65D7EE65-8AFE-4022-B3D9-7794B9342842}" type="slidenum">
              <a:rPr lang="en-AU" smtClean="0">
                <a:latin typeface="Garamond" pitchFamily="34" charset="0"/>
              </a:rPr>
              <a:pPr>
                <a:defRPr/>
              </a:pPr>
              <a:t>32</a:t>
            </a:fld>
            <a:endParaRPr lang="en-AU" dirty="0"/>
          </a:p>
        </p:txBody>
      </p:sp>
      <p:sp>
        <p:nvSpPr>
          <p:cNvPr id="6" name="Rectangle 5">
            <a:extLst>
              <a:ext uri="{FF2B5EF4-FFF2-40B4-BE49-F238E27FC236}">
                <a16:creationId xmlns:a16="http://schemas.microsoft.com/office/drawing/2014/main" id="{FAB0F8D5-F89F-6259-83E0-C969F1DCDB87}"/>
              </a:ext>
            </a:extLst>
          </p:cNvPr>
          <p:cNvSpPr/>
          <p:nvPr/>
        </p:nvSpPr>
        <p:spPr>
          <a:xfrm>
            <a:off x="914400" y="1797957"/>
            <a:ext cx="9649072" cy="1107996"/>
          </a:xfrm>
          <a:prstGeom prst="rect">
            <a:avLst/>
          </a:prstGeom>
        </p:spPr>
        <p:txBody>
          <a:bodyPr wrap="square">
            <a:spAutoFit/>
          </a:bodyPr>
          <a:lstStyle/>
          <a:p>
            <a:pPr algn="just"/>
            <a:endParaRPr lang="en-US" sz="2200" dirty="0">
              <a:solidFill>
                <a:srgbClr val="000000"/>
              </a:solidFill>
              <a:highlight>
                <a:srgbClr val="FFFFFF"/>
              </a:highlight>
              <a:latin typeface="Garamond" panose="02020404030301010803" pitchFamily="18" charset="0"/>
            </a:endParaRPr>
          </a:p>
          <a:p>
            <a:pPr algn="just"/>
            <a:endParaRPr lang="en-US" sz="2200" dirty="0">
              <a:solidFill>
                <a:srgbClr val="000000"/>
              </a:solidFill>
              <a:highlight>
                <a:srgbClr val="FFFFFF"/>
              </a:highlight>
              <a:latin typeface="Garamond" panose="02020404030301010803" pitchFamily="18" charset="0"/>
            </a:endParaRPr>
          </a:p>
          <a:p>
            <a:pPr algn="just"/>
            <a:endParaRPr lang="en-US" sz="2200" dirty="0">
              <a:highlight>
                <a:srgbClr val="FFFFFF"/>
              </a:highlight>
              <a:latin typeface="Garamond" panose="02020404030301010803" pitchFamily="18" charset="0"/>
            </a:endParaRPr>
          </a:p>
        </p:txBody>
      </p:sp>
      <p:sp>
        <p:nvSpPr>
          <p:cNvPr id="5" name="TextBox 4">
            <a:extLst>
              <a:ext uri="{FF2B5EF4-FFF2-40B4-BE49-F238E27FC236}">
                <a16:creationId xmlns:a16="http://schemas.microsoft.com/office/drawing/2014/main" id="{B0B8B5F0-EEDF-8129-7707-87F24B614988}"/>
              </a:ext>
            </a:extLst>
          </p:cNvPr>
          <p:cNvSpPr txBox="1"/>
          <p:nvPr/>
        </p:nvSpPr>
        <p:spPr>
          <a:xfrm>
            <a:off x="983432" y="1645407"/>
            <a:ext cx="8712968" cy="3785652"/>
          </a:xfrm>
          <a:prstGeom prst="rect">
            <a:avLst/>
          </a:prstGeom>
          <a:noFill/>
        </p:spPr>
        <p:txBody>
          <a:bodyPr wrap="square">
            <a:spAutoFit/>
          </a:bodyPr>
          <a:lstStyle/>
          <a:p>
            <a:r>
              <a:rPr lang="en-US" sz="2400" b="1" dirty="0">
                <a:highlight>
                  <a:srgbClr val="FFFFFF"/>
                </a:highlight>
                <a:latin typeface="Garamond" panose="02020404030301010803" pitchFamily="18" charset="0"/>
              </a:rPr>
              <a:t>Step 4.3: Create Stakeholder-Specific Views</a:t>
            </a:r>
          </a:p>
          <a:p>
            <a:endParaRPr lang="en-US" sz="2400" b="1" dirty="0">
              <a:highlight>
                <a:srgbClr val="FFFFFF"/>
              </a:highlight>
              <a:latin typeface="Garamond" panose="02020404030301010803" pitchFamily="18" charset="0"/>
            </a:endParaRPr>
          </a:p>
          <a:p>
            <a:r>
              <a:rPr lang="en-US" sz="2400" dirty="0">
                <a:highlight>
                  <a:srgbClr val="FFFFFF"/>
                </a:highlight>
                <a:latin typeface="Garamond" panose="02020404030301010803" pitchFamily="18" charset="0"/>
              </a:rPr>
              <a:t>Based on stakeholder analysis from previous steps, design different interfaces for:</a:t>
            </a:r>
          </a:p>
          <a:p>
            <a:endParaRPr lang="en-US" sz="2400" dirty="0">
              <a:highlight>
                <a:srgbClr val="FFFFFF"/>
              </a:highlight>
              <a:latin typeface="Garamond" panose="02020404030301010803" pitchFamily="18" charset="0"/>
            </a:endParaRPr>
          </a:p>
          <a:p>
            <a:r>
              <a:rPr lang="en-US" sz="2400" b="1" dirty="0">
                <a:highlight>
                  <a:srgbClr val="FFFFFF"/>
                </a:highlight>
                <a:latin typeface="Garamond" panose="02020404030301010803" pitchFamily="18" charset="0"/>
              </a:rPr>
              <a:t>Primary Users (Patients):</a:t>
            </a:r>
          </a:p>
          <a:p>
            <a:r>
              <a:rPr lang="en-US" sz="2400" dirty="0">
                <a:highlight>
                  <a:srgbClr val="FFFFFF"/>
                </a:highlight>
                <a:latin typeface="Garamond" panose="02020404030301010803" pitchFamily="18" charset="0"/>
              </a:rPr>
              <a:t>Simplified interface focused on core needs</a:t>
            </a:r>
          </a:p>
          <a:p>
            <a:r>
              <a:rPr lang="en-US" sz="2400" dirty="0">
                <a:highlight>
                  <a:srgbClr val="FFFFFF"/>
                </a:highlight>
                <a:latin typeface="Garamond" panose="02020404030301010803" pitchFamily="18" charset="0"/>
              </a:rPr>
              <a:t>Large, accessible controls</a:t>
            </a:r>
          </a:p>
          <a:p>
            <a:r>
              <a:rPr lang="en-US" sz="2400" dirty="0">
                <a:highlight>
                  <a:srgbClr val="FFFFFF"/>
                </a:highlight>
                <a:latin typeface="Garamond" panose="02020404030301010803" pitchFamily="18" charset="0"/>
              </a:rPr>
              <a:t>Clear privacy indicators</a:t>
            </a:r>
          </a:p>
          <a:p>
            <a:r>
              <a:rPr lang="en-US" sz="2400" dirty="0">
                <a:highlight>
                  <a:srgbClr val="FFFFFF"/>
                </a:highlight>
                <a:latin typeface="Garamond" panose="02020404030301010803" pitchFamily="18" charset="0"/>
              </a:rPr>
              <a:t>Emergency access features</a:t>
            </a:r>
          </a:p>
        </p:txBody>
      </p:sp>
    </p:spTree>
    <p:extLst>
      <p:ext uri="{BB962C8B-B14F-4D97-AF65-F5344CB8AC3E}">
        <p14:creationId xmlns:p14="http://schemas.microsoft.com/office/powerpoint/2010/main" val="3608696672"/>
      </p:ext>
    </p:extLst>
  </p:cSld>
  <p:clrMapOvr>
    <a:masterClrMapping/>
  </p:clrMapOvr>
  <mc:AlternateContent xmlns:mc="http://schemas.openxmlformats.org/markup-compatibility/2006" xmlns:p14="http://schemas.microsoft.com/office/powerpoint/2010/main">
    <mc:Choice Requires="p14">
      <p:transition spd="slow" p14:dur="2000" advTm="33365"/>
    </mc:Choice>
    <mc:Fallback xmlns="">
      <p:transition spd="slow" advTm="33365"/>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BF6B642-78B7-616C-1725-626F8B6EE736}"/>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9</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Step 4: Design a mock-up of the solution</a:t>
            </a:r>
          </a:p>
        </p:txBody>
      </p:sp>
      <p:sp>
        <p:nvSpPr>
          <p:cNvPr id="4" name="Slide Number Placeholder 3">
            <a:extLst>
              <a:ext uri="{FF2B5EF4-FFF2-40B4-BE49-F238E27FC236}">
                <a16:creationId xmlns:a16="http://schemas.microsoft.com/office/drawing/2014/main" id="{97D2928D-D1B6-7FC5-A54A-CA26D5D6327E}"/>
              </a:ext>
            </a:extLst>
          </p:cNvPr>
          <p:cNvSpPr>
            <a:spLocks noGrp="1"/>
          </p:cNvSpPr>
          <p:nvPr>
            <p:ph type="sldNum" sz="quarter" idx="12"/>
          </p:nvPr>
        </p:nvSpPr>
        <p:spPr/>
        <p:txBody>
          <a:bodyPr/>
          <a:lstStyle/>
          <a:p>
            <a:pPr>
              <a:defRPr/>
            </a:pPr>
            <a:fld id="{65D7EE65-8AFE-4022-B3D9-7794B9342842}" type="slidenum">
              <a:rPr lang="en-AU" smtClean="0">
                <a:latin typeface="Garamond" pitchFamily="34" charset="0"/>
              </a:rPr>
              <a:pPr>
                <a:defRPr/>
              </a:pPr>
              <a:t>33</a:t>
            </a:fld>
            <a:endParaRPr lang="en-AU" dirty="0"/>
          </a:p>
        </p:txBody>
      </p:sp>
      <p:sp>
        <p:nvSpPr>
          <p:cNvPr id="6" name="Rectangle 5">
            <a:extLst>
              <a:ext uri="{FF2B5EF4-FFF2-40B4-BE49-F238E27FC236}">
                <a16:creationId xmlns:a16="http://schemas.microsoft.com/office/drawing/2014/main" id="{EB0783E9-A437-3728-7530-3DD8649400FC}"/>
              </a:ext>
            </a:extLst>
          </p:cNvPr>
          <p:cNvSpPr/>
          <p:nvPr/>
        </p:nvSpPr>
        <p:spPr>
          <a:xfrm>
            <a:off x="914400" y="1797957"/>
            <a:ext cx="9649072" cy="1107996"/>
          </a:xfrm>
          <a:prstGeom prst="rect">
            <a:avLst/>
          </a:prstGeom>
        </p:spPr>
        <p:txBody>
          <a:bodyPr wrap="square">
            <a:spAutoFit/>
          </a:bodyPr>
          <a:lstStyle/>
          <a:p>
            <a:pPr algn="just"/>
            <a:endParaRPr lang="en-US" sz="2200" dirty="0">
              <a:solidFill>
                <a:srgbClr val="000000"/>
              </a:solidFill>
              <a:highlight>
                <a:srgbClr val="FFFFFF"/>
              </a:highlight>
              <a:latin typeface="Garamond" panose="02020404030301010803" pitchFamily="18" charset="0"/>
            </a:endParaRPr>
          </a:p>
          <a:p>
            <a:pPr algn="just"/>
            <a:endParaRPr lang="en-US" sz="2200" dirty="0">
              <a:solidFill>
                <a:srgbClr val="000000"/>
              </a:solidFill>
              <a:highlight>
                <a:srgbClr val="FFFFFF"/>
              </a:highlight>
              <a:latin typeface="Garamond" panose="02020404030301010803" pitchFamily="18" charset="0"/>
            </a:endParaRPr>
          </a:p>
          <a:p>
            <a:pPr algn="just"/>
            <a:endParaRPr lang="en-US" sz="2200" dirty="0">
              <a:highlight>
                <a:srgbClr val="FFFFFF"/>
              </a:highlight>
              <a:latin typeface="Garamond" panose="02020404030301010803" pitchFamily="18" charset="0"/>
            </a:endParaRPr>
          </a:p>
        </p:txBody>
      </p:sp>
      <p:sp>
        <p:nvSpPr>
          <p:cNvPr id="5" name="TextBox 4">
            <a:extLst>
              <a:ext uri="{FF2B5EF4-FFF2-40B4-BE49-F238E27FC236}">
                <a16:creationId xmlns:a16="http://schemas.microsoft.com/office/drawing/2014/main" id="{3816FAB7-991B-ACC9-A157-22C7F36BD08D}"/>
              </a:ext>
            </a:extLst>
          </p:cNvPr>
          <p:cNvSpPr txBox="1"/>
          <p:nvPr/>
        </p:nvSpPr>
        <p:spPr>
          <a:xfrm>
            <a:off x="983432" y="1645407"/>
            <a:ext cx="8712968" cy="4154984"/>
          </a:xfrm>
          <a:prstGeom prst="rect">
            <a:avLst/>
          </a:prstGeom>
          <a:noFill/>
        </p:spPr>
        <p:txBody>
          <a:bodyPr wrap="square">
            <a:spAutoFit/>
          </a:bodyPr>
          <a:lstStyle/>
          <a:p>
            <a:r>
              <a:rPr lang="en-US" sz="2400" b="1" dirty="0">
                <a:highlight>
                  <a:srgbClr val="FFFFFF"/>
                </a:highlight>
                <a:latin typeface="Garamond" panose="02020404030301010803" pitchFamily="18" charset="0"/>
              </a:rPr>
              <a:t>Secondary Users (Family):</a:t>
            </a:r>
          </a:p>
          <a:p>
            <a:r>
              <a:rPr lang="en-US" sz="2400" dirty="0">
                <a:highlight>
                  <a:srgbClr val="FFFFFF"/>
                </a:highlight>
                <a:latin typeface="Garamond" panose="02020404030301010803" pitchFamily="18" charset="0"/>
              </a:rPr>
              <a:t>Information sharing controls</a:t>
            </a:r>
          </a:p>
          <a:p>
            <a:r>
              <a:rPr lang="en-US" sz="2400" dirty="0">
                <a:highlight>
                  <a:srgbClr val="FFFFFF"/>
                </a:highlight>
                <a:latin typeface="Garamond" panose="02020404030301010803" pitchFamily="18" charset="0"/>
              </a:rPr>
              <a:t>Consent management interface</a:t>
            </a:r>
          </a:p>
          <a:p>
            <a:r>
              <a:rPr lang="en-US" sz="2400" dirty="0">
                <a:highlight>
                  <a:srgbClr val="FFFFFF"/>
                </a:highlight>
                <a:latin typeface="Garamond" panose="02020404030301010803" pitchFamily="18" charset="0"/>
              </a:rPr>
              <a:t>Communication history</a:t>
            </a:r>
          </a:p>
          <a:p>
            <a:r>
              <a:rPr lang="en-US" sz="2400" dirty="0">
                <a:highlight>
                  <a:srgbClr val="FFFFFF"/>
                </a:highlight>
                <a:latin typeface="Garamond" panose="02020404030301010803" pitchFamily="18" charset="0"/>
              </a:rPr>
              <a:t>Privacy boundary settings</a:t>
            </a:r>
          </a:p>
          <a:p>
            <a:endParaRPr lang="en-US" sz="2400" dirty="0">
              <a:highlight>
                <a:srgbClr val="FFFFFF"/>
              </a:highlight>
              <a:latin typeface="Garamond" panose="02020404030301010803" pitchFamily="18" charset="0"/>
            </a:endParaRPr>
          </a:p>
          <a:p>
            <a:r>
              <a:rPr lang="en-US" sz="2400" b="1" dirty="0">
                <a:highlight>
                  <a:srgbClr val="FFFFFF"/>
                </a:highlight>
                <a:latin typeface="Garamond" panose="02020404030301010803" pitchFamily="18" charset="0"/>
              </a:rPr>
              <a:t>Tertiary Users (Medical Staff):</a:t>
            </a:r>
          </a:p>
          <a:p>
            <a:r>
              <a:rPr lang="en-US" sz="2400" dirty="0">
                <a:highlight>
                  <a:srgbClr val="FFFFFF"/>
                </a:highlight>
                <a:latin typeface="Garamond" panose="02020404030301010803" pitchFamily="18" charset="0"/>
              </a:rPr>
              <a:t>Professional dashboard</a:t>
            </a:r>
          </a:p>
          <a:p>
            <a:r>
              <a:rPr lang="en-US" sz="2400" dirty="0">
                <a:highlight>
                  <a:srgbClr val="FFFFFF"/>
                </a:highlight>
                <a:latin typeface="Garamond" panose="02020404030301010803" pitchFamily="18" charset="0"/>
              </a:rPr>
              <a:t>Ethical compliance monitoring</a:t>
            </a:r>
          </a:p>
          <a:p>
            <a:r>
              <a:rPr lang="en-US" sz="2400" dirty="0">
                <a:highlight>
                  <a:srgbClr val="FFFFFF"/>
                </a:highlight>
                <a:latin typeface="Garamond" panose="02020404030301010803" pitchFamily="18" charset="0"/>
              </a:rPr>
              <a:t>Override protocols with logging</a:t>
            </a:r>
          </a:p>
          <a:p>
            <a:r>
              <a:rPr lang="en-US" sz="2400" dirty="0">
                <a:highlight>
                  <a:srgbClr val="FFFFFF"/>
                </a:highlight>
                <a:latin typeface="Garamond" panose="02020404030301010803" pitchFamily="18" charset="0"/>
              </a:rPr>
              <a:t>Patient consent status visibility</a:t>
            </a:r>
          </a:p>
        </p:txBody>
      </p:sp>
    </p:spTree>
    <p:extLst>
      <p:ext uri="{BB962C8B-B14F-4D97-AF65-F5344CB8AC3E}">
        <p14:creationId xmlns:p14="http://schemas.microsoft.com/office/powerpoint/2010/main" val="3569183548"/>
      </p:ext>
    </p:extLst>
  </p:cSld>
  <p:clrMapOvr>
    <a:masterClrMapping/>
  </p:clrMapOvr>
  <mc:AlternateContent xmlns:mc="http://schemas.openxmlformats.org/markup-compatibility/2006" xmlns:p14="http://schemas.microsoft.com/office/powerpoint/2010/main">
    <mc:Choice Requires="p14">
      <p:transition spd="slow" p14:dur="2000" advTm="33365"/>
    </mc:Choice>
    <mc:Fallback xmlns="">
      <p:transition spd="slow" advTm="33365"/>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A941DF2-371C-80FF-C81C-093CB6DB0A20}"/>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9</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Step 4: Design a mock-up of the solution</a:t>
            </a:r>
          </a:p>
        </p:txBody>
      </p:sp>
      <p:sp>
        <p:nvSpPr>
          <p:cNvPr id="4" name="Slide Number Placeholder 3">
            <a:extLst>
              <a:ext uri="{FF2B5EF4-FFF2-40B4-BE49-F238E27FC236}">
                <a16:creationId xmlns:a16="http://schemas.microsoft.com/office/drawing/2014/main" id="{8CFC3D36-BF9D-CCB0-DAC9-EFFD30706480}"/>
              </a:ext>
            </a:extLst>
          </p:cNvPr>
          <p:cNvSpPr>
            <a:spLocks noGrp="1"/>
          </p:cNvSpPr>
          <p:nvPr>
            <p:ph type="sldNum" sz="quarter" idx="12"/>
          </p:nvPr>
        </p:nvSpPr>
        <p:spPr/>
        <p:txBody>
          <a:bodyPr/>
          <a:lstStyle/>
          <a:p>
            <a:pPr>
              <a:defRPr/>
            </a:pPr>
            <a:fld id="{65D7EE65-8AFE-4022-B3D9-7794B9342842}" type="slidenum">
              <a:rPr lang="en-AU" smtClean="0">
                <a:latin typeface="Garamond" pitchFamily="34" charset="0"/>
              </a:rPr>
              <a:pPr>
                <a:defRPr/>
              </a:pPr>
              <a:t>34</a:t>
            </a:fld>
            <a:endParaRPr lang="en-AU" dirty="0"/>
          </a:p>
        </p:txBody>
      </p:sp>
      <p:sp>
        <p:nvSpPr>
          <p:cNvPr id="6" name="Rectangle 5">
            <a:extLst>
              <a:ext uri="{FF2B5EF4-FFF2-40B4-BE49-F238E27FC236}">
                <a16:creationId xmlns:a16="http://schemas.microsoft.com/office/drawing/2014/main" id="{ADC37DAD-221E-6C12-D01F-3826D3236A51}"/>
              </a:ext>
            </a:extLst>
          </p:cNvPr>
          <p:cNvSpPr/>
          <p:nvPr/>
        </p:nvSpPr>
        <p:spPr>
          <a:xfrm>
            <a:off x="914400" y="1797957"/>
            <a:ext cx="9649072" cy="1107996"/>
          </a:xfrm>
          <a:prstGeom prst="rect">
            <a:avLst/>
          </a:prstGeom>
        </p:spPr>
        <p:txBody>
          <a:bodyPr wrap="square">
            <a:spAutoFit/>
          </a:bodyPr>
          <a:lstStyle/>
          <a:p>
            <a:pPr algn="just"/>
            <a:endParaRPr lang="en-US" sz="2200" dirty="0">
              <a:solidFill>
                <a:srgbClr val="000000"/>
              </a:solidFill>
              <a:highlight>
                <a:srgbClr val="FFFFFF"/>
              </a:highlight>
              <a:latin typeface="Garamond" panose="02020404030301010803" pitchFamily="18" charset="0"/>
            </a:endParaRPr>
          </a:p>
          <a:p>
            <a:pPr algn="just"/>
            <a:endParaRPr lang="en-US" sz="2200" dirty="0">
              <a:solidFill>
                <a:srgbClr val="000000"/>
              </a:solidFill>
              <a:highlight>
                <a:srgbClr val="FFFFFF"/>
              </a:highlight>
              <a:latin typeface="Garamond" panose="02020404030301010803" pitchFamily="18" charset="0"/>
            </a:endParaRPr>
          </a:p>
          <a:p>
            <a:pPr algn="just"/>
            <a:endParaRPr lang="en-US" sz="2200" dirty="0">
              <a:highlight>
                <a:srgbClr val="FFFFFF"/>
              </a:highlight>
              <a:latin typeface="Garamond" panose="02020404030301010803" pitchFamily="18" charset="0"/>
            </a:endParaRPr>
          </a:p>
        </p:txBody>
      </p:sp>
      <p:sp>
        <p:nvSpPr>
          <p:cNvPr id="5" name="TextBox 4">
            <a:extLst>
              <a:ext uri="{FF2B5EF4-FFF2-40B4-BE49-F238E27FC236}">
                <a16:creationId xmlns:a16="http://schemas.microsoft.com/office/drawing/2014/main" id="{CBD306CF-03A4-898A-25C4-36CEDA17B31A}"/>
              </a:ext>
            </a:extLst>
          </p:cNvPr>
          <p:cNvSpPr txBox="1"/>
          <p:nvPr/>
        </p:nvSpPr>
        <p:spPr>
          <a:xfrm>
            <a:off x="983432" y="1645407"/>
            <a:ext cx="8712968" cy="4708981"/>
          </a:xfrm>
          <a:prstGeom prst="rect">
            <a:avLst/>
          </a:prstGeom>
          <a:noFill/>
        </p:spPr>
        <p:txBody>
          <a:bodyPr wrap="square">
            <a:spAutoFit/>
          </a:bodyPr>
          <a:lstStyle/>
          <a:p>
            <a:r>
              <a:rPr lang="en-US" sz="2400" b="1" dirty="0">
                <a:highlight>
                  <a:srgbClr val="FFFFFF"/>
                </a:highlight>
                <a:latin typeface="Garamond" panose="02020404030301010803" pitchFamily="18" charset="0"/>
              </a:rPr>
              <a:t>Step 4.4: Prototype Fidelity Progression</a:t>
            </a:r>
          </a:p>
          <a:p>
            <a:endParaRPr lang="en-US" sz="2400" b="1" dirty="0">
              <a:highlight>
                <a:srgbClr val="FFFFFF"/>
              </a:highlight>
              <a:latin typeface="Garamond" panose="02020404030301010803" pitchFamily="18" charset="0"/>
            </a:endParaRPr>
          </a:p>
          <a:p>
            <a:r>
              <a:rPr lang="en-US" sz="2400" b="1" dirty="0">
                <a:highlight>
                  <a:srgbClr val="FFFFFF"/>
                </a:highlight>
                <a:latin typeface="Garamond" panose="02020404030301010803" pitchFamily="18" charset="0"/>
              </a:rPr>
              <a:t>Low-Fidelity (Wireframes):</a:t>
            </a:r>
          </a:p>
          <a:p>
            <a:endParaRPr lang="en-US" sz="2400" b="1" dirty="0">
              <a:highlight>
                <a:srgbClr val="FFFFFF"/>
              </a:highlight>
              <a:latin typeface="Garamond" panose="02020404030301010803" pitchFamily="18" charset="0"/>
            </a:endParaRPr>
          </a:p>
          <a:p>
            <a:r>
              <a:rPr lang="en-US" sz="2400" b="1" dirty="0">
                <a:highlight>
                  <a:srgbClr val="FFFFFF"/>
                </a:highlight>
                <a:latin typeface="Garamond" panose="02020404030301010803" pitchFamily="18" charset="0"/>
              </a:rPr>
              <a:t>Purpose</a:t>
            </a:r>
            <a:r>
              <a:rPr lang="en-US" sz="2400" dirty="0">
                <a:highlight>
                  <a:srgbClr val="FFFFFF"/>
                </a:highlight>
                <a:latin typeface="Garamond" panose="02020404030301010803" pitchFamily="18" charset="0"/>
              </a:rPr>
              <a:t>: Test ethical flow logic before visual design</a:t>
            </a:r>
          </a:p>
          <a:p>
            <a:r>
              <a:rPr lang="en-US" sz="2400" dirty="0">
                <a:highlight>
                  <a:srgbClr val="FFFFFF"/>
                </a:highlight>
                <a:latin typeface="Garamond" panose="02020404030301010803" pitchFamily="18" charset="0"/>
              </a:rPr>
              <a:t>Focus on information hierarchy</a:t>
            </a:r>
          </a:p>
          <a:p>
            <a:r>
              <a:rPr lang="en-US" sz="2400" dirty="0">
                <a:highlight>
                  <a:srgbClr val="FFFFFF"/>
                </a:highlight>
                <a:latin typeface="Garamond" panose="02020404030301010803" pitchFamily="18" charset="0"/>
              </a:rPr>
              <a:t>Map ethical decision points</a:t>
            </a:r>
          </a:p>
          <a:p>
            <a:r>
              <a:rPr lang="en-US" sz="2400" dirty="0">
                <a:highlight>
                  <a:srgbClr val="FFFFFF"/>
                </a:highlight>
                <a:latin typeface="Garamond" panose="02020404030301010803" pitchFamily="18" charset="0"/>
              </a:rPr>
              <a:t>Validate stakeholder pathways</a:t>
            </a:r>
          </a:p>
          <a:p>
            <a:r>
              <a:rPr lang="en-US" sz="2400" dirty="0">
                <a:highlight>
                  <a:srgbClr val="FFFFFF"/>
                </a:highlight>
                <a:latin typeface="Garamond" panose="02020404030301010803" pitchFamily="18" charset="0"/>
              </a:rPr>
              <a:t>Test accessibility considerations</a:t>
            </a:r>
          </a:p>
          <a:p>
            <a:endParaRPr lang="en-US" sz="2400" dirty="0">
              <a:highlight>
                <a:srgbClr val="FFFFFF"/>
              </a:highlight>
              <a:latin typeface="Garamond" panose="02020404030301010803" pitchFamily="18" charset="0"/>
            </a:endParaRPr>
          </a:p>
          <a:p>
            <a:r>
              <a:rPr lang="en-US" sz="2000" i="1" dirty="0">
                <a:highlight>
                  <a:srgbClr val="FFFFFF"/>
                </a:highlight>
                <a:latin typeface="Garamond" panose="02020404030301010803" pitchFamily="18" charset="0"/>
              </a:rPr>
              <a:t>*</a:t>
            </a:r>
            <a:r>
              <a:rPr lang="en-US" sz="2000" i="1" dirty="0">
                <a:solidFill>
                  <a:srgbClr val="FF0000"/>
                </a:solidFill>
                <a:highlight>
                  <a:srgbClr val="FFFFFF"/>
                </a:highlight>
                <a:latin typeface="Garamond" panose="02020404030301010803" pitchFamily="18" charset="0"/>
              </a:rPr>
              <a:t>For your assignment</a:t>
            </a:r>
            <a:r>
              <a:rPr lang="en-US" sz="2000" i="1" dirty="0">
                <a:highlight>
                  <a:srgbClr val="FFFFFF"/>
                </a:highlight>
                <a:latin typeface="Garamond" panose="02020404030301010803" pitchFamily="18" charset="0"/>
              </a:rPr>
              <a:t>, you may choose any of the prototyping method</a:t>
            </a:r>
            <a:r>
              <a:rPr lang="en-US" sz="2000" i="1" dirty="0">
                <a:latin typeface="Garamond" panose="02020404030301010803" pitchFamily="18" charset="0"/>
              </a:rPr>
              <a:t>s</a:t>
            </a:r>
            <a:r>
              <a:rPr lang="en-US" sz="2000" i="1" dirty="0">
                <a:highlight>
                  <a:srgbClr val="FFFFFF"/>
                </a:highlight>
                <a:latin typeface="Garamond" panose="02020404030301010803" pitchFamily="18" charset="0"/>
              </a:rPr>
              <a:t> (low or high fidelity)</a:t>
            </a:r>
            <a:r>
              <a:rPr lang="en-US" sz="2000" i="1" dirty="0">
                <a:latin typeface="Garamond" panose="02020404030301010803" pitchFamily="18" charset="0"/>
              </a:rPr>
              <a:t>,</a:t>
            </a:r>
            <a:r>
              <a:rPr lang="en-US" sz="2000" i="1" dirty="0">
                <a:highlight>
                  <a:srgbClr val="FFFFFF"/>
                </a:highlight>
                <a:latin typeface="Garamond" panose="02020404030301010803" pitchFamily="18" charset="0"/>
              </a:rPr>
              <a:t> depending on your proposed solution. This is just for the purpose </a:t>
            </a:r>
            <a:r>
              <a:rPr lang="en-US" sz="2000" i="1" dirty="0">
                <a:latin typeface="Garamond" panose="02020404030301010803" pitchFamily="18" charset="0"/>
              </a:rPr>
              <a:t>of showing</a:t>
            </a:r>
            <a:r>
              <a:rPr lang="en-US" sz="2000" i="1" dirty="0">
                <a:highlight>
                  <a:srgbClr val="FFFFFF"/>
                </a:highlight>
                <a:latin typeface="Garamond" panose="02020404030301010803" pitchFamily="18" charset="0"/>
              </a:rPr>
              <a:t> you an example of the Step 4 application to different prototyping method</a:t>
            </a:r>
            <a:r>
              <a:rPr lang="en-US" sz="2000" i="1" dirty="0">
                <a:latin typeface="Garamond" panose="02020404030301010803" pitchFamily="18" charset="0"/>
              </a:rPr>
              <a:t>s</a:t>
            </a:r>
            <a:endParaRPr lang="en-US" sz="2000" i="1" dirty="0">
              <a:highlight>
                <a:srgbClr val="FFFFFF"/>
              </a:highlight>
              <a:latin typeface="Garamond" panose="02020404030301010803" pitchFamily="18" charset="0"/>
            </a:endParaRPr>
          </a:p>
        </p:txBody>
      </p:sp>
    </p:spTree>
    <p:extLst>
      <p:ext uri="{BB962C8B-B14F-4D97-AF65-F5344CB8AC3E}">
        <p14:creationId xmlns:p14="http://schemas.microsoft.com/office/powerpoint/2010/main" val="1119389275"/>
      </p:ext>
    </p:extLst>
  </p:cSld>
  <p:clrMapOvr>
    <a:masterClrMapping/>
  </p:clrMapOvr>
  <mc:AlternateContent xmlns:mc="http://schemas.openxmlformats.org/markup-compatibility/2006" xmlns:p14="http://schemas.microsoft.com/office/powerpoint/2010/main">
    <mc:Choice Requires="p14">
      <p:transition spd="slow" p14:dur="2000" advTm="33365"/>
    </mc:Choice>
    <mc:Fallback xmlns="">
      <p:transition spd="slow" advTm="33365"/>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B3DC328-6E91-FEF8-1E88-5943F7CFBA77}"/>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9</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Step 4: Design a mock-up of the solution</a:t>
            </a:r>
          </a:p>
        </p:txBody>
      </p:sp>
      <p:sp>
        <p:nvSpPr>
          <p:cNvPr id="4" name="Slide Number Placeholder 3">
            <a:extLst>
              <a:ext uri="{FF2B5EF4-FFF2-40B4-BE49-F238E27FC236}">
                <a16:creationId xmlns:a16="http://schemas.microsoft.com/office/drawing/2014/main" id="{FCD4853B-A24E-E3E4-7482-1BB89C9506E2}"/>
              </a:ext>
            </a:extLst>
          </p:cNvPr>
          <p:cNvSpPr>
            <a:spLocks noGrp="1"/>
          </p:cNvSpPr>
          <p:nvPr>
            <p:ph type="sldNum" sz="quarter" idx="12"/>
          </p:nvPr>
        </p:nvSpPr>
        <p:spPr/>
        <p:txBody>
          <a:bodyPr/>
          <a:lstStyle/>
          <a:p>
            <a:pPr>
              <a:defRPr/>
            </a:pPr>
            <a:fld id="{65D7EE65-8AFE-4022-B3D9-7794B9342842}" type="slidenum">
              <a:rPr lang="en-AU" smtClean="0">
                <a:latin typeface="Garamond" pitchFamily="34" charset="0"/>
              </a:rPr>
              <a:pPr>
                <a:defRPr/>
              </a:pPr>
              <a:t>35</a:t>
            </a:fld>
            <a:endParaRPr lang="en-AU" dirty="0"/>
          </a:p>
        </p:txBody>
      </p:sp>
      <p:sp>
        <p:nvSpPr>
          <p:cNvPr id="6" name="Rectangle 5">
            <a:extLst>
              <a:ext uri="{FF2B5EF4-FFF2-40B4-BE49-F238E27FC236}">
                <a16:creationId xmlns:a16="http://schemas.microsoft.com/office/drawing/2014/main" id="{B62B50CE-EDAE-B0C8-4331-1B14FF1EBC51}"/>
              </a:ext>
            </a:extLst>
          </p:cNvPr>
          <p:cNvSpPr/>
          <p:nvPr/>
        </p:nvSpPr>
        <p:spPr>
          <a:xfrm>
            <a:off x="914400" y="1797957"/>
            <a:ext cx="9649072" cy="1107996"/>
          </a:xfrm>
          <a:prstGeom prst="rect">
            <a:avLst/>
          </a:prstGeom>
        </p:spPr>
        <p:txBody>
          <a:bodyPr wrap="square">
            <a:spAutoFit/>
          </a:bodyPr>
          <a:lstStyle/>
          <a:p>
            <a:pPr algn="just"/>
            <a:endParaRPr lang="en-US" sz="2200" dirty="0">
              <a:solidFill>
                <a:srgbClr val="000000"/>
              </a:solidFill>
              <a:highlight>
                <a:srgbClr val="FFFFFF"/>
              </a:highlight>
              <a:latin typeface="Garamond" panose="02020404030301010803" pitchFamily="18" charset="0"/>
            </a:endParaRPr>
          </a:p>
          <a:p>
            <a:pPr algn="just"/>
            <a:endParaRPr lang="en-US" sz="2200" dirty="0">
              <a:solidFill>
                <a:srgbClr val="000000"/>
              </a:solidFill>
              <a:highlight>
                <a:srgbClr val="FFFFFF"/>
              </a:highlight>
              <a:latin typeface="Garamond" panose="02020404030301010803" pitchFamily="18" charset="0"/>
            </a:endParaRPr>
          </a:p>
          <a:p>
            <a:pPr algn="just"/>
            <a:endParaRPr lang="en-US" sz="2200" dirty="0">
              <a:highlight>
                <a:srgbClr val="FFFFFF"/>
              </a:highlight>
              <a:latin typeface="Garamond" panose="02020404030301010803" pitchFamily="18" charset="0"/>
            </a:endParaRPr>
          </a:p>
        </p:txBody>
      </p:sp>
      <p:sp>
        <p:nvSpPr>
          <p:cNvPr id="5" name="TextBox 4">
            <a:extLst>
              <a:ext uri="{FF2B5EF4-FFF2-40B4-BE49-F238E27FC236}">
                <a16:creationId xmlns:a16="http://schemas.microsoft.com/office/drawing/2014/main" id="{4D29F00D-94F0-8723-C727-359DA4E6E4DD}"/>
              </a:ext>
            </a:extLst>
          </p:cNvPr>
          <p:cNvSpPr txBox="1"/>
          <p:nvPr/>
        </p:nvSpPr>
        <p:spPr>
          <a:xfrm>
            <a:off x="983432" y="1645407"/>
            <a:ext cx="8712968" cy="2677656"/>
          </a:xfrm>
          <a:prstGeom prst="rect">
            <a:avLst/>
          </a:prstGeom>
          <a:noFill/>
        </p:spPr>
        <p:txBody>
          <a:bodyPr wrap="square">
            <a:spAutoFit/>
          </a:bodyPr>
          <a:lstStyle/>
          <a:p>
            <a:r>
              <a:rPr lang="en-US" sz="2400" b="1" dirty="0">
                <a:highlight>
                  <a:srgbClr val="FFFFFF"/>
                </a:highlight>
                <a:latin typeface="Garamond" panose="02020404030301010803" pitchFamily="18" charset="0"/>
              </a:rPr>
              <a:t>Medium-Fidelity (Interactive Mockups):</a:t>
            </a:r>
          </a:p>
          <a:p>
            <a:endParaRPr lang="en-US" sz="2400" b="1" dirty="0">
              <a:highlight>
                <a:srgbClr val="FFFFFF"/>
              </a:highlight>
              <a:latin typeface="Garamond" panose="02020404030301010803" pitchFamily="18" charset="0"/>
            </a:endParaRPr>
          </a:p>
          <a:p>
            <a:r>
              <a:rPr lang="en-US" sz="2400" b="1" dirty="0">
                <a:highlight>
                  <a:srgbClr val="FFFFFF"/>
                </a:highlight>
                <a:latin typeface="Garamond" panose="02020404030301010803" pitchFamily="18" charset="0"/>
              </a:rPr>
              <a:t>Purpose</a:t>
            </a:r>
            <a:r>
              <a:rPr lang="en-US" sz="2400" dirty="0">
                <a:highlight>
                  <a:srgbClr val="FFFFFF"/>
                </a:highlight>
                <a:latin typeface="Garamond" panose="02020404030301010803" pitchFamily="18" charset="0"/>
              </a:rPr>
              <a:t>: Test ethical interactions and feedback</a:t>
            </a:r>
          </a:p>
          <a:p>
            <a:r>
              <a:rPr lang="en-US" sz="2400" dirty="0">
                <a:highlight>
                  <a:srgbClr val="FFFFFF"/>
                </a:highlight>
                <a:latin typeface="Garamond" panose="02020404030301010803" pitchFamily="18" charset="0"/>
              </a:rPr>
              <a:t>Add realistic content and messaging</a:t>
            </a:r>
          </a:p>
          <a:p>
            <a:r>
              <a:rPr lang="en-US" sz="2400" dirty="0">
                <a:highlight>
                  <a:srgbClr val="FFFFFF"/>
                </a:highlight>
                <a:latin typeface="Garamond" panose="02020404030301010803" pitchFamily="18" charset="0"/>
              </a:rPr>
              <a:t>Include error states and edge cases</a:t>
            </a:r>
          </a:p>
          <a:p>
            <a:r>
              <a:rPr lang="en-US" sz="2400" dirty="0">
                <a:highlight>
                  <a:srgbClr val="FFFFFF"/>
                </a:highlight>
                <a:latin typeface="Garamond" panose="02020404030301010803" pitchFamily="18" charset="0"/>
              </a:rPr>
              <a:t>Test consent flows and overrides</a:t>
            </a:r>
          </a:p>
          <a:p>
            <a:r>
              <a:rPr lang="en-US" sz="2400" dirty="0">
                <a:highlight>
                  <a:srgbClr val="FFFFFF"/>
                </a:highlight>
                <a:latin typeface="Garamond" panose="02020404030301010803" pitchFamily="18" charset="0"/>
              </a:rPr>
              <a:t>Validate virtue ethics implementation (tone, language)</a:t>
            </a:r>
          </a:p>
        </p:txBody>
      </p:sp>
    </p:spTree>
    <p:extLst>
      <p:ext uri="{BB962C8B-B14F-4D97-AF65-F5344CB8AC3E}">
        <p14:creationId xmlns:p14="http://schemas.microsoft.com/office/powerpoint/2010/main" val="3815144353"/>
      </p:ext>
    </p:extLst>
  </p:cSld>
  <p:clrMapOvr>
    <a:masterClrMapping/>
  </p:clrMapOvr>
  <mc:AlternateContent xmlns:mc="http://schemas.openxmlformats.org/markup-compatibility/2006" xmlns:p14="http://schemas.microsoft.com/office/powerpoint/2010/main">
    <mc:Choice Requires="p14">
      <p:transition spd="slow" p14:dur="2000" advTm="33365"/>
    </mc:Choice>
    <mc:Fallback xmlns="">
      <p:transition spd="slow" advTm="33365"/>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F9D9ED7-8CD6-20E4-BC74-F0E0E8F19438}"/>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9</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Step 4: Design a mock-up of the solution</a:t>
            </a:r>
          </a:p>
        </p:txBody>
      </p:sp>
      <p:sp>
        <p:nvSpPr>
          <p:cNvPr id="4" name="Slide Number Placeholder 3">
            <a:extLst>
              <a:ext uri="{FF2B5EF4-FFF2-40B4-BE49-F238E27FC236}">
                <a16:creationId xmlns:a16="http://schemas.microsoft.com/office/drawing/2014/main" id="{19469F37-DC4E-BCB2-6AD6-453CC1260189}"/>
              </a:ext>
            </a:extLst>
          </p:cNvPr>
          <p:cNvSpPr>
            <a:spLocks noGrp="1"/>
          </p:cNvSpPr>
          <p:nvPr>
            <p:ph type="sldNum" sz="quarter" idx="12"/>
          </p:nvPr>
        </p:nvSpPr>
        <p:spPr/>
        <p:txBody>
          <a:bodyPr/>
          <a:lstStyle/>
          <a:p>
            <a:pPr>
              <a:defRPr/>
            </a:pPr>
            <a:fld id="{65D7EE65-8AFE-4022-B3D9-7794B9342842}" type="slidenum">
              <a:rPr lang="en-AU" smtClean="0">
                <a:latin typeface="Garamond" pitchFamily="34" charset="0"/>
              </a:rPr>
              <a:pPr>
                <a:defRPr/>
              </a:pPr>
              <a:t>36</a:t>
            </a:fld>
            <a:endParaRPr lang="en-AU" dirty="0"/>
          </a:p>
        </p:txBody>
      </p:sp>
      <p:sp>
        <p:nvSpPr>
          <p:cNvPr id="6" name="Rectangle 5">
            <a:extLst>
              <a:ext uri="{FF2B5EF4-FFF2-40B4-BE49-F238E27FC236}">
                <a16:creationId xmlns:a16="http://schemas.microsoft.com/office/drawing/2014/main" id="{68A778BE-2F0E-3E88-3E1F-5186D5CF38E9}"/>
              </a:ext>
            </a:extLst>
          </p:cNvPr>
          <p:cNvSpPr/>
          <p:nvPr/>
        </p:nvSpPr>
        <p:spPr>
          <a:xfrm>
            <a:off x="914400" y="1797957"/>
            <a:ext cx="9649072" cy="1107996"/>
          </a:xfrm>
          <a:prstGeom prst="rect">
            <a:avLst/>
          </a:prstGeom>
        </p:spPr>
        <p:txBody>
          <a:bodyPr wrap="square">
            <a:spAutoFit/>
          </a:bodyPr>
          <a:lstStyle/>
          <a:p>
            <a:pPr algn="just"/>
            <a:endParaRPr lang="en-US" sz="2200" dirty="0">
              <a:solidFill>
                <a:srgbClr val="000000"/>
              </a:solidFill>
              <a:highlight>
                <a:srgbClr val="FFFFFF"/>
              </a:highlight>
              <a:latin typeface="Garamond" panose="02020404030301010803" pitchFamily="18" charset="0"/>
            </a:endParaRPr>
          </a:p>
          <a:p>
            <a:pPr algn="just"/>
            <a:endParaRPr lang="en-US" sz="2200" dirty="0">
              <a:solidFill>
                <a:srgbClr val="000000"/>
              </a:solidFill>
              <a:highlight>
                <a:srgbClr val="FFFFFF"/>
              </a:highlight>
              <a:latin typeface="Garamond" panose="02020404030301010803" pitchFamily="18" charset="0"/>
            </a:endParaRPr>
          </a:p>
          <a:p>
            <a:pPr algn="just"/>
            <a:endParaRPr lang="en-US" sz="2200" dirty="0">
              <a:highlight>
                <a:srgbClr val="FFFFFF"/>
              </a:highlight>
              <a:latin typeface="Garamond" panose="02020404030301010803" pitchFamily="18" charset="0"/>
            </a:endParaRPr>
          </a:p>
        </p:txBody>
      </p:sp>
      <p:sp>
        <p:nvSpPr>
          <p:cNvPr id="5" name="TextBox 4">
            <a:extLst>
              <a:ext uri="{FF2B5EF4-FFF2-40B4-BE49-F238E27FC236}">
                <a16:creationId xmlns:a16="http://schemas.microsoft.com/office/drawing/2014/main" id="{F27AB8C8-185B-0E75-91FC-8029924A3179}"/>
              </a:ext>
            </a:extLst>
          </p:cNvPr>
          <p:cNvSpPr txBox="1"/>
          <p:nvPr/>
        </p:nvSpPr>
        <p:spPr>
          <a:xfrm>
            <a:off x="983432" y="1645407"/>
            <a:ext cx="8712968" cy="2677656"/>
          </a:xfrm>
          <a:prstGeom prst="rect">
            <a:avLst/>
          </a:prstGeom>
          <a:noFill/>
        </p:spPr>
        <p:txBody>
          <a:bodyPr wrap="square">
            <a:spAutoFit/>
          </a:bodyPr>
          <a:lstStyle/>
          <a:p>
            <a:r>
              <a:rPr lang="en-US" sz="2400" b="1" dirty="0">
                <a:highlight>
                  <a:srgbClr val="FFFFFF"/>
                </a:highlight>
                <a:latin typeface="Garamond" panose="02020404030301010803" pitchFamily="18" charset="0"/>
              </a:rPr>
              <a:t>High-Fidelity (Figma Prototypes):</a:t>
            </a:r>
          </a:p>
          <a:p>
            <a:endParaRPr lang="en-US" sz="2400" b="1" dirty="0">
              <a:highlight>
                <a:srgbClr val="FFFFFF"/>
              </a:highlight>
              <a:latin typeface="Garamond" panose="02020404030301010803" pitchFamily="18" charset="0"/>
            </a:endParaRPr>
          </a:p>
          <a:p>
            <a:r>
              <a:rPr lang="en-US" sz="2400" b="1" dirty="0">
                <a:highlight>
                  <a:srgbClr val="FFFFFF"/>
                </a:highlight>
                <a:latin typeface="Garamond" panose="02020404030301010803" pitchFamily="18" charset="0"/>
              </a:rPr>
              <a:t>Purpose</a:t>
            </a:r>
            <a:r>
              <a:rPr lang="en-US" sz="2400" dirty="0">
                <a:highlight>
                  <a:srgbClr val="FFFFFF"/>
                </a:highlight>
                <a:latin typeface="Garamond" panose="02020404030301010803" pitchFamily="18" charset="0"/>
              </a:rPr>
              <a:t>: Demonstrate complete ethical experience</a:t>
            </a:r>
          </a:p>
          <a:p>
            <a:r>
              <a:rPr lang="en-US" sz="2400" dirty="0">
                <a:highlight>
                  <a:srgbClr val="FFFFFF"/>
                </a:highlight>
                <a:latin typeface="Garamond" panose="02020404030301010803" pitchFamily="18" charset="0"/>
              </a:rPr>
              <a:t>Full visual design with accessibility compliance</a:t>
            </a:r>
          </a:p>
          <a:p>
            <a:r>
              <a:rPr lang="en-US" sz="2400" dirty="0">
                <a:highlight>
                  <a:srgbClr val="FFFFFF"/>
                </a:highlight>
                <a:latin typeface="Garamond" panose="02020404030301010803" pitchFamily="18" charset="0"/>
              </a:rPr>
              <a:t>Interactive ethical decision flows</a:t>
            </a:r>
          </a:p>
          <a:p>
            <a:r>
              <a:rPr lang="en-US" sz="2400" dirty="0">
                <a:highlight>
                  <a:srgbClr val="FFFFFF"/>
                </a:highlight>
                <a:latin typeface="Garamond" panose="02020404030301010803" pitchFamily="18" charset="0"/>
              </a:rPr>
              <a:t>Realistic content and microcopy</a:t>
            </a:r>
          </a:p>
          <a:p>
            <a:r>
              <a:rPr lang="en-US" sz="2400" dirty="0">
                <a:highlight>
                  <a:srgbClr val="FFFFFF"/>
                </a:highlight>
                <a:latin typeface="Garamond" panose="02020404030301010803" pitchFamily="18" charset="0"/>
              </a:rPr>
              <a:t>Animation showing ethical safeguards in action</a:t>
            </a:r>
          </a:p>
        </p:txBody>
      </p:sp>
    </p:spTree>
    <p:extLst>
      <p:ext uri="{BB962C8B-B14F-4D97-AF65-F5344CB8AC3E}">
        <p14:creationId xmlns:p14="http://schemas.microsoft.com/office/powerpoint/2010/main" val="2781224457"/>
      </p:ext>
    </p:extLst>
  </p:cSld>
  <p:clrMapOvr>
    <a:masterClrMapping/>
  </p:clrMapOvr>
  <mc:AlternateContent xmlns:mc="http://schemas.openxmlformats.org/markup-compatibility/2006" xmlns:p14="http://schemas.microsoft.com/office/powerpoint/2010/main">
    <mc:Choice Requires="p14">
      <p:transition spd="slow" p14:dur="2000" advTm="33365"/>
    </mc:Choice>
    <mc:Fallback xmlns="">
      <p:transition spd="slow" advTm="33365"/>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41E9C38-F6CF-7F10-AB24-3D9D3D6EAF20}"/>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9</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Step 4: Design a mock-up of the solution</a:t>
            </a:r>
          </a:p>
        </p:txBody>
      </p:sp>
      <p:sp>
        <p:nvSpPr>
          <p:cNvPr id="4" name="Slide Number Placeholder 3">
            <a:extLst>
              <a:ext uri="{FF2B5EF4-FFF2-40B4-BE49-F238E27FC236}">
                <a16:creationId xmlns:a16="http://schemas.microsoft.com/office/drawing/2014/main" id="{4021BE4D-BBF1-F715-F656-79B3BEBC0779}"/>
              </a:ext>
            </a:extLst>
          </p:cNvPr>
          <p:cNvSpPr>
            <a:spLocks noGrp="1"/>
          </p:cNvSpPr>
          <p:nvPr>
            <p:ph type="sldNum" sz="quarter" idx="12"/>
          </p:nvPr>
        </p:nvSpPr>
        <p:spPr/>
        <p:txBody>
          <a:bodyPr/>
          <a:lstStyle/>
          <a:p>
            <a:pPr>
              <a:defRPr/>
            </a:pPr>
            <a:fld id="{65D7EE65-8AFE-4022-B3D9-7794B9342842}" type="slidenum">
              <a:rPr lang="en-AU" smtClean="0">
                <a:latin typeface="Garamond" pitchFamily="34" charset="0"/>
              </a:rPr>
              <a:pPr>
                <a:defRPr/>
              </a:pPr>
              <a:t>37</a:t>
            </a:fld>
            <a:endParaRPr lang="en-AU" dirty="0"/>
          </a:p>
        </p:txBody>
      </p:sp>
      <p:sp>
        <p:nvSpPr>
          <p:cNvPr id="6" name="Rectangle 5">
            <a:extLst>
              <a:ext uri="{FF2B5EF4-FFF2-40B4-BE49-F238E27FC236}">
                <a16:creationId xmlns:a16="http://schemas.microsoft.com/office/drawing/2014/main" id="{2CE72151-68F1-768F-AEFC-312ABFE8CEE9}"/>
              </a:ext>
            </a:extLst>
          </p:cNvPr>
          <p:cNvSpPr/>
          <p:nvPr/>
        </p:nvSpPr>
        <p:spPr>
          <a:xfrm>
            <a:off x="914400" y="1797957"/>
            <a:ext cx="9649072" cy="1107996"/>
          </a:xfrm>
          <a:prstGeom prst="rect">
            <a:avLst/>
          </a:prstGeom>
        </p:spPr>
        <p:txBody>
          <a:bodyPr wrap="square">
            <a:spAutoFit/>
          </a:bodyPr>
          <a:lstStyle/>
          <a:p>
            <a:pPr algn="just"/>
            <a:endParaRPr lang="en-US" sz="2200" dirty="0">
              <a:solidFill>
                <a:srgbClr val="000000"/>
              </a:solidFill>
              <a:highlight>
                <a:srgbClr val="FFFFFF"/>
              </a:highlight>
              <a:latin typeface="Garamond" panose="02020404030301010803" pitchFamily="18" charset="0"/>
            </a:endParaRPr>
          </a:p>
          <a:p>
            <a:pPr algn="just"/>
            <a:endParaRPr lang="en-US" sz="2200" dirty="0">
              <a:solidFill>
                <a:srgbClr val="000000"/>
              </a:solidFill>
              <a:highlight>
                <a:srgbClr val="FFFFFF"/>
              </a:highlight>
              <a:latin typeface="Garamond" panose="02020404030301010803" pitchFamily="18" charset="0"/>
            </a:endParaRPr>
          </a:p>
          <a:p>
            <a:pPr algn="just"/>
            <a:endParaRPr lang="en-US" sz="2200" dirty="0">
              <a:highlight>
                <a:srgbClr val="FFFFFF"/>
              </a:highlight>
              <a:latin typeface="Garamond" panose="02020404030301010803" pitchFamily="18" charset="0"/>
            </a:endParaRPr>
          </a:p>
        </p:txBody>
      </p:sp>
      <p:sp>
        <p:nvSpPr>
          <p:cNvPr id="5" name="TextBox 4">
            <a:extLst>
              <a:ext uri="{FF2B5EF4-FFF2-40B4-BE49-F238E27FC236}">
                <a16:creationId xmlns:a16="http://schemas.microsoft.com/office/drawing/2014/main" id="{9517E6EC-6054-1604-139F-1D9FE8552156}"/>
              </a:ext>
            </a:extLst>
          </p:cNvPr>
          <p:cNvSpPr txBox="1"/>
          <p:nvPr/>
        </p:nvSpPr>
        <p:spPr>
          <a:xfrm>
            <a:off x="983432" y="1645407"/>
            <a:ext cx="8712968" cy="3046988"/>
          </a:xfrm>
          <a:prstGeom prst="rect">
            <a:avLst/>
          </a:prstGeom>
          <a:noFill/>
        </p:spPr>
        <p:txBody>
          <a:bodyPr wrap="square">
            <a:spAutoFit/>
          </a:bodyPr>
          <a:lstStyle/>
          <a:p>
            <a:r>
              <a:rPr lang="en-US" sz="2400" b="1" dirty="0">
                <a:highlight>
                  <a:srgbClr val="FFFFFF"/>
                </a:highlight>
                <a:latin typeface="Garamond" panose="02020404030301010803" pitchFamily="18" charset="0"/>
              </a:rPr>
              <a:t>Ethical Design Patterns Library</a:t>
            </a:r>
          </a:p>
          <a:p>
            <a:endParaRPr lang="en-US" sz="2400" b="1" dirty="0">
              <a:highlight>
                <a:srgbClr val="FFFFFF"/>
              </a:highlight>
              <a:latin typeface="Garamond" panose="02020404030301010803" pitchFamily="18" charset="0"/>
            </a:endParaRPr>
          </a:p>
          <a:p>
            <a:r>
              <a:rPr lang="en-US" sz="2400" b="1" dirty="0">
                <a:highlight>
                  <a:srgbClr val="FFFFFF"/>
                </a:highlight>
                <a:latin typeface="Garamond" panose="02020404030301010803" pitchFamily="18" charset="0"/>
              </a:rPr>
              <a:t>Pattern 1: Transparent AI Disclosure</a:t>
            </a:r>
          </a:p>
          <a:p>
            <a:endParaRPr lang="en-US" sz="2400" b="1" dirty="0">
              <a:highlight>
                <a:srgbClr val="FFFFFF"/>
              </a:highlight>
              <a:latin typeface="Garamond" panose="02020404030301010803" pitchFamily="18" charset="0"/>
            </a:endParaRPr>
          </a:p>
          <a:p>
            <a:r>
              <a:rPr lang="en-US" sz="2400" b="1" dirty="0">
                <a:highlight>
                  <a:srgbClr val="FFFFFF"/>
                </a:highlight>
                <a:latin typeface="Garamond" panose="02020404030301010803" pitchFamily="18" charset="0"/>
              </a:rPr>
              <a:t>Context</a:t>
            </a:r>
            <a:r>
              <a:rPr lang="en-US" sz="2400" dirty="0">
                <a:highlight>
                  <a:srgbClr val="FFFFFF"/>
                </a:highlight>
                <a:latin typeface="Garamond" panose="02020404030301010803" pitchFamily="18" charset="0"/>
              </a:rPr>
              <a:t>: User first interacts with AI system</a:t>
            </a:r>
          </a:p>
          <a:p>
            <a:r>
              <a:rPr lang="en-US" sz="2400" b="1" dirty="0">
                <a:highlight>
                  <a:srgbClr val="FFFFFF"/>
                </a:highlight>
                <a:latin typeface="Garamond" panose="02020404030301010803" pitchFamily="18" charset="0"/>
              </a:rPr>
              <a:t>Implementation</a:t>
            </a:r>
            <a:r>
              <a:rPr lang="en-US" sz="2400" dirty="0">
                <a:highlight>
                  <a:srgbClr val="FFFFFF"/>
                </a:highlight>
                <a:latin typeface="Garamond" panose="02020404030301010803" pitchFamily="18" charset="0"/>
              </a:rPr>
              <a:t>: Modal dialog + persistent indicator</a:t>
            </a:r>
          </a:p>
          <a:p>
            <a:r>
              <a:rPr lang="en-US" sz="2400" b="1" dirty="0">
                <a:highlight>
                  <a:srgbClr val="FFFFFF"/>
                </a:highlight>
                <a:latin typeface="Garamond" panose="02020404030301010803" pitchFamily="18" charset="0"/>
              </a:rPr>
              <a:t>Virtue Integration</a:t>
            </a:r>
            <a:r>
              <a:rPr lang="en-US" sz="2400" dirty="0">
                <a:highlight>
                  <a:srgbClr val="FFFFFF"/>
                </a:highlight>
                <a:latin typeface="Garamond" panose="02020404030301010803" pitchFamily="18" charset="0"/>
              </a:rPr>
              <a:t>: Honest, clear language explaining AI capabilities/limitations</a:t>
            </a:r>
          </a:p>
        </p:txBody>
      </p:sp>
    </p:spTree>
    <p:extLst>
      <p:ext uri="{BB962C8B-B14F-4D97-AF65-F5344CB8AC3E}">
        <p14:creationId xmlns:p14="http://schemas.microsoft.com/office/powerpoint/2010/main" val="990380134"/>
      </p:ext>
    </p:extLst>
  </p:cSld>
  <p:clrMapOvr>
    <a:masterClrMapping/>
  </p:clrMapOvr>
  <mc:AlternateContent xmlns:mc="http://schemas.openxmlformats.org/markup-compatibility/2006" xmlns:p14="http://schemas.microsoft.com/office/powerpoint/2010/main">
    <mc:Choice Requires="p14">
      <p:transition spd="slow" p14:dur="2000" advTm="33365"/>
    </mc:Choice>
    <mc:Fallback xmlns="">
      <p:transition spd="slow" advTm="33365"/>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2B1F9EF-CE31-4DBE-FFF9-A1DAD414E18A}"/>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9</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Step 4: Design a mock-up of the solution</a:t>
            </a:r>
          </a:p>
        </p:txBody>
      </p:sp>
      <p:sp>
        <p:nvSpPr>
          <p:cNvPr id="4" name="Slide Number Placeholder 3">
            <a:extLst>
              <a:ext uri="{FF2B5EF4-FFF2-40B4-BE49-F238E27FC236}">
                <a16:creationId xmlns:a16="http://schemas.microsoft.com/office/drawing/2014/main" id="{FCBD2470-F7C9-E684-C95A-55D0ABF9E7EC}"/>
              </a:ext>
            </a:extLst>
          </p:cNvPr>
          <p:cNvSpPr>
            <a:spLocks noGrp="1"/>
          </p:cNvSpPr>
          <p:nvPr>
            <p:ph type="sldNum" sz="quarter" idx="12"/>
          </p:nvPr>
        </p:nvSpPr>
        <p:spPr/>
        <p:txBody>
          <a:bodyPr/>
          <a:lstStyle/>
          <a:p>
            <a:pPr>
              <a:defRPr/>
            </a:pPr>
            <a:fld id="{65D7EE65-8AFE-4022-B3D9-7794B9342842}" type="slidenum">
              <a:rPr lang="en-AU" smtClean="0">
                <a:latin typeface="Garamond" pitchFamily="34" charset="0"/>
              </a:rPr>
              <a:pPr>
                <a:defRPr/>
              </a:pPr>
              <a:t>38</a:t>
            </a:fld>
            <a:endParaRPr lang="en-AU" dirty="0"/>
          </a:p>
        </p:txBody>
      </p:sp>
      <p:sp>
        <p:nvSpPr>
          <p:cNvPr id="6" name="Rectangle 5">
            <a:extLst>
              <a:ext uri="{FF2B5EF4-FFF2-40B4-BE49-F238E27FC236}">
                <a16:creationId xmlns:a16="http://schemas.microsoft.com/office/drawing/2014/main" id="{EF413E73-0897-6979-1623-EDA6D2480375}"/>
              </a:ext>
            </a:extLst>
          </p:cNvPr>
          <p:cNvSpPr/>
          <p:nvPr/>
        </p:nvSpPr>
        <p:spPr>
          <a:xfrm>
            <a:off x="914400" y="1797957"/>
            <a:ext cx="9649072" cy="1107996"/>
          </a:xfrm>
          <a:prstGeom prst="rect">
            <a:avLst/>
          </a:prstGeom>
        </p:spPr>
        <p:txBody>
          <a:bodyPr wrap="square">
            <a:spAutoFit/>
          </a:bodyPr>
          <a:lstStyle/>
          <a:p>
            <a:pPr algn="just"/>
            <a:endParaRPr lang="en-US" sz="2200" dirty="0">
              <a:solidFill>
                <a:srgbClr val="000000"/>
              </a:solidFill>
              <a:highlight>
                <a:srgbClr val="FFFFFF"/>
              </a:highlight>
              <a:latin typeface="Garamond" panose="02020404030301010803" pitchFamily="18" charset="0"/>
            </a:endParaRPr>
          </a:p>
          <a:p>
            <a:pPr algn="just"/>
            <a:endParaRPr lang="en-US" sz="2200" dirty="0">
              <a:solidFill>
                <a:srgbClr val="000000"/>
              </a:solidFill>
              <a:highlight>
                <a:srgbClr val="FFFFFF"/>
              </a:highlight>
              <a:latin typeface="Garamond" panose="02020404030301010803" pitchFamily="18" charset="0"/>
            </a:endParaRPr>
          </a:p>
          <a:p>
            <a:pPr algn="just"/>
            <a:endParaRPr lang="en-US" sz="2200" dirty="0">
              <a:highlight>
                <a:srgbClr val="FFFFFF"/>
              </a:highlight>
              <a:latin typeface="Garamond" panose="02020404030301010803" pitchFamily="18" charset="0"/>
            </a:endParaRPr>
          </a:p>
        </p:txBody>
      </p:sp>
      <p:sp>
        <p:nvSpPr>
          <p:cNvPr id="5" name="TextBox 4">
            <a:extLst>
              <a:ext uri="{FF2B5EF4-FFF2-40B4-BE49-F238E27FC236}">
                <a16:creationId xmlns:a16="http://schemas.microsoft.com/office/drawing/2014/main" id="{C9765D03-8247-6ECD-11BB-19871197054A}"/>
              </a:ext>
            </a:extLst>
          </p:cNvPr>
          <p:cNvSpPr txBox="1"/>
          <p:nvPr/>
        </p:nvSpPr>
        <p:spPr>
          <a:xfrm>
            <a:off x="983432" y="1645407"/>
            <a:ext cx="8712968" cy="1938992"/>
          </a:xfrm>
          <a:prstGeom prst="rect">
            <a:avLst/>
          </a:prstGeom>
          <a:noFill/>
        </p:spPr>
        <p:txBody>
          <a:bodyPr wrap="square">
            <a:spAutoFit/>
          </a:bodyPr>
          <a:lstStyle/>
          <a:p>
            <a:r>
              <a:rPr lang="en-US" sz="2400" b="1" dirty="0">
                <a:highlight>
                  <a:srgbClr val="FFFFFF"/>
                </a:highlight>
                <a:latin typeface="Garamond" panose="02020404030301010803" pitchFamily="18" charset="0"/>
              </a:rPr>
              <a:t>Pattern 2: Layered Consent</a:t>
            </a:r>
          </a:p>
          <a:p>
            <a:endParaRPr lang="en-US" sz="2400" b="1" dirty="0">
              <a:highlight>
                <a:srgbClr val="FFFFFF"/>
              </a:highlight>
              <a:latin typeface="Garamond" panose="02020404030301010803" pitchFamily="18" charset="0"/>
            </a:endParaRPr>
          </a:p>
          <a:p>
            <a:r>
              <a:rPr lang="en-US" sz="2400" b="1" dirty="0">
                <a:highlight>
                  <a:srgbClr val="FFFFFF"/>
                </a:highlight>
                <a:latin typeface="Garamond" panose="02020404030301010803" pitchFamily="18" charset="0"/>
              </a:rPr>
              <a:t>Context</a:t>
            </a:r>
            <a:r>
              <a:rPr lang="en-US" sz="2400" dirty="0">
                <a:highlight>
                  <a:srgbClr val="FFFFFF"/>
                </a:highlight>
                <a:latin typeface="Garamond" panose="02020404030301010803" pitchFamily="18" charset="0"/>
              </a:rPr>
              <a:t>: Different data uses require different consent levels</a:t>
            </a:r>
          </a:p>
          <a:p>
            <a:r>
              <a:rPr lang="en-US" sz="2400" b="1" dirty="0">
                <a:highlight>
                  <a:srgbClr val="FFFFFF"/>
                </a:highlight>
                <a:latin typeface="Garamond" panose="02020404030301010803" pitchFamily="18" charset="0"/>
              </a:rPr>
              <a:t>Implementation</a:t>
            </a:r>
            <a:r>
              <a:rPr lang="en-US" sz="2400" dirty="0">
                <a:highlight>
                  <a:srgbClr val="FFFFFF"/>
                </a:highlight>
                <a:latin typeface="Garamond" panose="02020404030301010803" pitchFamily="18" charset="0"/>
              </a:rPr>
              <a:t>: Progressive disclosure with granular controls</a:t>
            </a:r>
          </a:p>
          <a:p>
            <a:r>
              <a:rPr lang="en-US" sz="2400" b="1" dirty="0">
                <a:highlight>
                  <a:srgbClr val="FFFFFF"/>
                </a:highlight>
                <a:latin typeface="Garamond" panose="02020404030301010803" pitchFamily="18" charset="0"/>
              </a:rPr>
              <a:t>Deontological Integration</a:t>
            </a:r>
            <a:r>
              <a:rPr lang="en-US" sz="2400" dirty="0">
                <a:highlight>
                  <a:srgbClr val="FFFFFF"/>
                </a:highlight>
                <a:latin typeface="Garamond" panose="02020404030301010803" pitchFamily="18" charset="0"/>
              </a:rPr>
              <a:t>: Cannot proceed without explicit consent</a:t>
            </a:r>
          </a:p>
        </p:txBody>
      </p:sp>
    </p:spTree>
    <p:extLst>
      <p:ext uri="{BB962C8B-B14F-4D97-AF65-F5344CB8AC3E}">
        <p14:creationId xmlns:p14="http://schemas.microsoft.com/office/powerpoint/2010/main" val="1513174722"/>
      </p:ext>
    </p:extLst>
  </p:cSld>
  <p:clrMapOvr>
    <a:masterClrMapping/>
  </p:clrMapOvr>
  <mc:AlternateContent xmlns:mc="http://schemas.openxmlformats.org/markup-compatibility/2006" xmlns:p14="http://schemas.microsoft.com/office/powerpoint/2010/main">
    <mc:Choice Requires="p14">
      <p:transition spd="slow" p14:dur="2000" advTm="33365"/>
    </mc:Choice>
    <mc:Fallback xmlns="">
      <p:transition spd="slow" advTm="33365"/>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730BA80-B9E0-6195-BA38-11EEC91240F7}"/>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9</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Step 4: Design a mock-up of the solution</a:t>
            </a:r>
          </a:p>
        </p:txBody>
      </p:sp>
      <p:sp>
        <p:nvSpPr>
          <p:cNvPr id="4" name="Slide Number Placeholder 3">
            <a:extLst>
              <a:ext uri="{FF2B5EF4-FFF2-40B4-BE49-F238E27FC236}">
                <a16:creationId xmlns:a16="http://schemas.microsoft.com/office/drawing/2014/main" id="{5DE0E7D1-AE40-BB11-76CD-3B526D7C813E}"/>
              </a:ext>
            </a:extLst>
          </p:cNvPr>
          <p:cNvSpPr>
            <a:spLocks noGrp="1"/>
          </p:cNvSpPr>
          <p:nvPr>
            <p:ph type="sldNum" sz="quarter" idx="12"/>
          </p:nvPr>
        </p:nvSpPr>
        <p:spPr/>
        <p:txBody>
          <a:bodyPr/>
          <a:lstStyle/>
          <a:p>
            <a:pPr>
              <a:defRPr/>
            </a:pPr>
            <a:fld id="{65D7EE65-8AFE-4022-B3D9-7794B9342842}" type="slidenum">
              <a:rPr lang="en-AU" smtClean="0">
                <a:latin typeface="Garamond" pitchFamily="34" charset="0"/>
              </a:rPr>
              <a:pPr>
                <a:defRPr/>
              </a:pPr>
              <a:t>39</a:t>
            </a:fld>
            <a:endParaRPr lang="en-AU" dirty="0"/>
          </a:p>
        </p:txBody>
      </p:sp>
      <p:sp>
        <p:nvSpPr>
          <p:cNvPr id="6" name="Rectangle 5">
            <a:extLst>
              <a:ext uri="{FF2B5EF4-FFF2-40B4-BE49-F238E27FC236}">
                <a16:creationId xmlns:a16="http://schemas.microsoft.com/office/drawing/2014/main" id="{88EF583D-B14E-16B2-73C4-73CBDB7C7963}"/>
              </a:ext>
            </a:extLst>
          </p:cNvPr>
          <p:cNvSpPr/>
          <p:nvPr/>
        </p:nvSpPr>
        <p:spPr>
          <a:xfrm>
            <a:off x="914400" y="1797957"/>
            <a:ext cx="9649072" cy="1107996"/>
          </a:xfrm>
          <a:prstGeom prst="rect">
            <a:avLst/>
          </a:prstGeom>
        </p:spPr>
        <p:txBody>
          <a:bodyPr wrap="square">
            <a:spAutoFit/>
          </a:bodyPr>
          <a:lstStyle/>
          <a:p>
            <a:pPr algn="just"/>
            <a:endParaRPr lang="en-US" sz="2200" dirty="0">
              <a:solidFill>
                <a:srgbClr val="000000"/>
              </a:solidFill>
              <a:highlight>
                <a:srgbClr val="FFFFFF"/>
              </a:highlight>
              <a:latin typeface="Garamond" panose="02020404030301010803" pitchFamily="18" charset="0"/>
            </a:endParaRPr>
          </a:p>
          <a:p>
            <a:pPr algn="just"/>
            <a:endParaRPr lang="en-US" sz="2200" dirty="0">
              <a:solidFill>
                <a:srgbClr val="000000"/>
              </a:solidFill>
              <a:highlight>
                <a:srgbClr val="FFFFFF"/>
              </a:highlight>
              <a:latin typeface="Garamond" panose="02020404030301010803" pitchFamily="18" charset="0"/>
            </a:endParaRPr>
          </a:p>
          <a:p>
            <a:pPr algn="just"/>
            <a:endParaRPr lang="en-US" sz="2200" dirty="0">
              <a:highlight>
                <a:srgbClr val="FFFFFF"/>
              </a:highlight>
              <a:latin typeface="Garamond" panose="02020404030301010803" pitchFamily="18" charset="0"/>
            </a:endParaRPr>
          </a:p>
        </p:txBody>
      </p:sp>
      <p:sp>
        <p:nvSpPr>
          <p:cNvPr id="5" name="TextBox 4">
            <a:extLst>
              <a:ext uri="{FF2B5EF4-FFF2-40B4-BE49-F238E27FC236}">
                <a16:creationId xmlns:a16="http://schemas.microsoft.com/office/drawing/2014/main" id="{A5AA653C-BD8E-7BAD-6754-FE3C92AB9AF0}"/>
              </a:ext>
            </a:extLst>
          </p:cNvPr>
          <p:cNvSpPr txBox="1"/>
          <p:nvPr/>
        </p:nvSpPr>
        <p:spPr>
          <a:xfrm>
            <a:off x="983432" y="1645407"/>
            <a:ext cx="8712968" cy="1938992"/>
          </a:xfrm>
          <a:prstGeom prst="rect">
            <a:avLst/>
          </a:prstGeom>
          <a:noFill/>
        </p:spPr>
        <p:txBody>
          <a:bodyPr wrap="square">
            <a:spAutoFit/>
          </a:bodyPr>
          <a:lstStyle/>
          <a:p>
            <a:r>
              <a:rPr lang="en-US" sz="2400" b="1" dirty="0">
                <a:highlight>
                  <a:srgbClr val="FFFFFF"/>
                </a:highlight>
                <a:latin typeface="Garamond" panose="02020404030301010803" pitchFamily="18" charset="0"/>
              </a:rPr>
              <a:t>Pattern 3: Ethical Override Request</a:t>
            </a:r>
          </a:p>
          <a:p>
            <a:endParaRPr lang="en-US" sz="2400" b="1" dirty="0">
              <a:highlight>
                <a:srgbClr val="FFFFFF"/>
              </a:highlight>
              <a:latin typeface="Garamond" panose="02020404030301010803" pitchFamily="18" charset="0"/>
            </a:endParaRPr>
          </a:p>
          <a:p>
            <a:r>
              <a:rPr lang="en-US" sz="2400" b="1" dirty="0">
                <a:highlight>
                  <a:srgbClr val="FFFFFF"/>
                </a:highlight>
                <a:latin typeface="Garamond" panose="02020404030301010803" pitchFamily="18" charset="0"/>
              </a:rPr>
              <a:t>Context</a:t>
            </a:r>
            <a:r>
              <a:rPr lang="en-US" sz="2400" dirty="0">
                <a:highlight>
                  <a:srgbClr val="FFFFFF"/>
                </a:highlight>
                <a:latin typeface="Garamond" panose="02020404030301010803" pitchFamily="18" charset="0"/>
              </a:rPr>
              <a:t>: Emergency situations requiring rule flexibility</a:t>
            </a:r>
          </a:p>
          <a:p>
            <a:r>
              <a:rPr lang="en-US" sz="2400" b="1" dirty="0">
                <a:highlight>
                  <a:srgbClr val="FFFFFF"/>
                </a:highlight>
                <a:latin typeface="Garamond" panose="02020404030301010803" pitchFamily="18" charset="0"/>
              </a:rPr>
              <a:t>Implementation</a:t>
            </a:r>
            <a:r>
              <a:rPr lang="en-US" sz="2400" dirty="0">
                <a:highlight>
                  <a:srgbClr val="FFFFFF"/>
                </a:highlight>
                <a:latin typeface="Garamond" panose="02020404030301010803" pitchFamily="18" charset="0"/>
              </a:rPr>
              <a:t>: Multi-factor authentication + justification logging</a:t>
            </a:r>
          </a:p>
          <a:p>
            <a:r>
              <a:rPr lang="en-US" sz="2400" b="1" dirty="0">
                <a:highlight>
                  <a:srgbClr val="FFFFFF"/>
                </a:highlight>
                <a:latin typeface="Garamond" panose="02020404030301010803" pitchFamily="18" charset="0"/>
              </a:rPr>
              <a:t>Stakeholder Integration</a:t>
            </a:r>
            <a:r>
              <a:rPr lang="en-US" sz="2400" dirty="0">
                <a:highlight>
                  <a:srgbClr val="FFFFFF"/>
                </a:highlight>
                <a:latin typeface="Garamond" panose="02020404030301010803" pitchFamily="18" charset="0"/>
              </a:rPr>
              <a:t>: Notification to all affected parties</a:t>
            </a:r>
          </a:p>
        </p:txBody>
      </p:sp>
    </p:spTree>
    <p:extLst>
      <p:ext uri="{BB962C8B-B14F-4D97-AF65-F5344CB8AC3E}">
        <p14:creationId xmlns:p14="http://schemas.microsoft.com/office/powerpoint/2010/main" val="3342813953"/>
      </p:ext>
    </p:extLst>
  </p:cSld>
  <p:clrMapOvr>
    <a:masterClrMapping/>
  </p:clrMapOvr>
  <mc:AlternateContent xmlns:mc="http://schemas.openxmlformats.org/markup-compatibility/2006" xmlns:p14="http://schemas.microsoft.com/office/powerpoint/2010/main">
    <mc:Choice Requires="p14">
      <p:transition spd="slow" p14:dur="2000" advTm="33365"/>
    </mc:Choice>
    <mc:Fallback xmlns="">
      <p:transition spd="slow" advTm="33365"/>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C5B9C77-F621-C3D7-4350-DB5971A86084}"/>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9</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Tools and Techniques for Ethical Prototyping</a:t>
            </a:r>
          </a:p>
        </p:txBody>
      </p:sp>
      <p:sp>
        <p:nvSpPr>
          <p:cNvPr id="4" name="Slide Number Placeholder 3">
            <a:extLst>
              <a:ext uri="{FF2B5EF4-FFF2-40B4-BE49-F238E27FC236}">
                <a16:creationId xmlns:a16="http://schemas.microsoft.com/office/drawing/2014/main" id="{8AB6784F-E343-47E8-2082-939D4C045FC7}"/>
              </a:ext>
            </a:extLst>
          </p:cNvPr>
          <p:cNvSpPr>
            <a:spLocks noGrp="1"/>
          </p:cNvSpPr>
          <p:nvPr>
            <p:ph type="sldNum" sz="quarter" idx="12"/>
          </p:nvPr>
        </p:nvSpPr>
        <p:spPr/>
        <p:txBody>
          <a:bodyPr/>
          <a:lstStyle/>
          <a:p>
            <a:pPr>
              <a:defRPr/>
            </a:pPr>
            <a:fld id="{65D7EE65-8AFE-4022-B3D9-7794B9342842}" type="slidenum">
              <a:rPr lang="en-AU" smtClean="0">
                <a:latin typeface="Garamond" pitchFamily="34" charset="0"/>
              </a:rPr>
              <a:pPr>
                <a:defRPr/>
              </a:pPr>
              <a:t>40</a:t>
            </a:fld>
            <a:endParaRPr lang="en-AU" dirty="0"/>
          </a:p>
        </p:txBody>
      </p:sp>
      <p:sp>
        <p:nvSpPr>
          <p:cNvPr id="6" name="Rectangle 5">
            <a:extLst>
              <a:ext uri="{FF2B5EF4-FFF2-40B4-BE49-F238E27FC236}">
                <a16:creationId xmlns:a16="http://schemas.microsoft.com/office/drawing/2014/main" id="{1DE6F196-70B3-F3E6-C7E6-5A60D0F5A821}"/>
              </a:ext>
            </a:extLst>
          </p:cNvPr>
          <p:cNvSpPr/>
          <p:nvPr/>
        </p:nvSpPr>
        <p:spPr>
          <a:xfrm>
            <a:off x="914400" y="1797957"/>
            <a:ext cx="9649072" cy="1107996"/>
          </a:xfrm>
          <a:prstGeom prst="rect">
            <a:avLst/>
          </a:prstGeom>
        </p:spPr>
        <p:txBody>
          <a:bodyPr wrap="square">
            <a:spAutoFit/>
          </a:bodyPr>
          <a:lstStyle/>
          <a:p>
            <a:pPr algn="just"/>
            <a:endParaRPr lang="en-US" sz="2200" dirty="0">
              <a:solidFill>
                <a:srgbClr val="000000"/>
              </a:solidFill>
              <a:highlight>
                <a:srgbClr val="FFFFFF"/>
              </a:highlight>
              <a:latin typeface="Garamond" panose="02020404030301010803" pitchFamily="18" charset="0"/>
            </a:endParaRPr>
          </a:p>
          <a:p>
            <a:pPr algn="just"/>
            <a:endParaRPr lang="en-US" sz="2200" dirty="0">
              <a:solidFill>
                <a:srgbClr val="000000"/>
              </a:solidFill>
              <a:highlight>
                <a:srgbClr val="FFFFFF"/>
              </a:highlight>
              <a:latin typeface="Garamond" panose="02020404030301010803" pitchFamily="18" charset="0"/>
            </a:endParaRPr>
          </a:p>
          <a:p>
            <a:pPr algn="just"/>
            <a:endParaRPr lang="en-US" sz="2200" dirty="0">
              <a:highlight>
                <a:srgbClr val="FFFFFF"/>
              </a:highlight>
              <a:latin typeface="Garamond" panose="02020404030301010803" pitchFamily="18" charset="0"/>
            </a:endParaRPr>
          </a:p>
        </p:txBody>
      </p:sp>
      <p:sp>
        <p:nvSpPr>
          <p:cNvPr id="5" name="TextBox 4">
            <a:extLst>
              <a:ext uri="{FF2B5EF4-FFF2-40B4-BE49-F238E27FC236}">
                <a16:creationId xmlns:a16="http://schemas.microsoft.com/office/drawing/2014/main" id="{8C23DC3A-12E9-A694-14C4-BD6F6789A179}"/>
              </a:ext>
            </a:extLst>
          </p:cNvPr>
          <p:cNvSpPr txBox="1"/>
          <p:nvPr/>
        </p:nvSpPr>
        <p:spPr>
          <a:xfrm>
            <a:off x="983432" y="1645407"/>
            <a:ext cx="8712968" cy="3477875"/>
          </a:xfrm>
          <a:prstGeom prst="rect">
            <a:avLst/>
          </a:prstGeom>
          <a:noFill/>
        </p:spPr>
        <p:txBody>
          <a:bodyPr wrap="square">
            <a:spAutoFit/>
          </a:bodyPr>
          <a:lstStyle/>
          <a:p>
            <a:r>
              <a:rPr lang="en-US" sz="2000" b="1" dirty="0">
                <a:highlight>
                  <a:srgbClr val="FFFFFF"/>
                </a:highlight>
                <a:latin typeface="Garamond" panose="02020404030301010803" pitchFamily="18" charset="0"/>
              </a:rPr>
              <a:t>Figma Setup for Ethical Design:</a:t>
            </a:r>
          </a:p>
          <a:p>
            <a:r>
              <a:rPr lang="en-US" sz="2000" b="1" dirty="0">
                <a:highlight>
                  <a:srgbClr val="FFFFFF"/>
                </a:highlight>
                <a:latin typeface="Garamond" panose="02020404030301010803" pitchFamily="18" charset="0"/>
              </a:rPr>
              <a:t>1. Create Ethical Component Library</a:t>
            </a:r>
            <a:r>
              <a:rPr lang="en-US" sz="2000" dirty="0">
                <a:highlight>
                  <a:srgbClr val="FFFFFF"/>
                </a:highlight>
                <a:latin typeface="Garamond" panose="02020404030301010803" pitchFamily="18" charset="0"/>
              </a:rPr>
              <a:t> </a:t>
            </a:r>
          </a:p>
          <a:p>
            <a:pPr lvl="1"/>
            <a:r>
              <a:rPr lang="en-US" sz="2000" dirty="0">
                <a:highlight>
                  <a:srgbClr val="FFFFFF"/>
                </a:highlight>
                <a:latin typeface="Garamond" panose="02020404030301010803" pitchFamily="18" charset="0"/>
              </a:rPr>
              <a:t>AI disclosure components</a:t>
            </a:r>
          </a:p>
          <a:p>
            <a:pPr lvl="1"/>
            <a:r>
              <a:rPr lang="en-US" sz="2000" dirty="0">
                <a:highlight>
                  <a:srgbClr val="FFFFFF"/>
                </a:highlight>
                <a:latin typeface="Garamond" panose="02020404030301010803" pitchFamily="18" charset="0"/>
              </a:rPr>
              <a:t>Consent flow templates</a:t>
            </a:r>
          </a:p>
          <a:p>
            <a:pPr lvl="1"/>
            <a:r>
              <a:rPr lang="en-US" sz="2000" dirty="0">
                <a:highlight>
                  <a:srgbClr val="FFFFFF"/>
                </a:highlight>
                <a:latin typeface="Garamond" panose="02020404030301010803" pitchFamily="18" charset="0"/>
              </a:rPr>
              <a:t>Emergency protocol interfaces</a:t>
            </a:r>
          </a:p>
          <a:p>
            <a:pPr lvl="1"/>
            <a:r>
              <a:rPr lang="en-US" sz="2000" dirty="0">
                <a:highlight>
                  <a:srgbClr val="FFFFFF"/>
                </a:highlight>
                <a:latin typeface="Garamond" panose="02020404030301010803" pitchFamily="18" charset="0"/>
              </a:rPr>
              <a:t>Privacy indicator elements</a:t>
            </a:r>
          </a:p>
          <a:p>
            <a:pPr lvl="1"/>
            <a:endParaRPr lang="en-US" sz="2000" dirty="0">
              <a:highlight>
                <a:srgbClr val="FFFFFF"/>
              </a:highlight>
              <a:latin typeface="Garamond" panose="02020404030301010803" pitchFamily="18" charset="0"/>
            </a:endParaRPr>
          </a:p>
          <a:p>
            <a:r>
              <a:rPr lang="en-US" sz="2000" b="1" dirty="0">
                <a:highlight>
                  <a:srgbClr val="FFFFFF"/>
                </a:highlight>
                <a:latin typeface="Garamond" panose="02020404030301010803" pitchFamily="18" charset="0"/>
              </a:rPr>
              <a:t>2. Design System with Ethical Guidelines</a:t>
            </a:r>
            <a:r>
              <a:rPr lang="en-US" sz="2000" dirty="0">
                <a:highlight>
                  <a:srgbClr val="FFFFFF"/>
                </a:highlight>
                <a:latin typeface="Garamond" panose="02020404030301010803" pitchFamily="18" charset="0"/>
              </a:rPr>
              <a:t> </a:t>
            </a:r>
          </a:p>
          <a:p>
            <a:pPr lvl="1"/>
            <a:r>
              <a:rPr lang="en-US" sz="2000" dirty="0">
                <a:highlight>
                  <a:srgbClr val="FFFFFF"/>
                </a:highlight>
                <a:latin typeface="Garamond" panose="02020404030301010803" pitchFamily="18" charset="0"/>
              </a:rPr>
              <a:t>Color coding for ethical states (consent given/needed)</a:t>
            </a:r>
          </a:p>
          <a:p>
            <a:pPr lvl="1"/>
            <a:r>
              <a:rPr lang="en-US" sz="2000" dirty="0">
                <a:highlight>
                  <a:srgbClr val="FFFFFF"/>
                </a:highlight>
                <a:latin typeface="Garamond" panose="02020404030301010803" pitchFamily="18" charset="0"/>
              </a:rPr>
              <a:t>Typography hierarchy emphasizing critical information</a:t>
            </a:r>
          </a:p>
          <a:p>
            <a:pPr lvl="1"/>
            <a:r>
              <a:rPr lang="en-US" sz="2000" dirty="0">
                <a:highlight>
                  <a:srgbClr val="FFFFFF"/>
                </a:highlight>
                <a:latin typeface="Garamond" panose="02020404030301010803" pitchFamily="18" charset="0"/>
              </a:rPr>
              <a:t>Icon system for ethical concepts</a:t>
            </a:r>
          </a:p>
        </p:txBody>
      </p:sp>
    </p:spTree>
    <p:extLst>
      <p:ext uri="{BB962C8B-B14F-4D97-AF65-F5344CB8AC3E}">
        <p14:creationId xmlns:p14="http://schemas.microsoft.com/office/powerpoint/2010/main" val="4169583996"/>
      </p:ext>
    </p:extLst>
  </p:cSld>
  <p:clrMapOvr>
    <a:masterClrMapping/>
  </p:clrMapOvr>
  <mc:AlternateContent xmlns:mc="http://schemas.openxmlformats.org/markup-compatibility/2006" xmlns:p14="http://schemas.microsoft.com/office/powerpoint/2010/main">
    <mc:Choice Requires="p14">
      <p:transition spd="slow" p14:dur="2000" advTm="33365"/>
    </mc:Choice>
    <mc:Fallback xmlns="">
      <p:transition spd="slow" advTm="33365"/>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9C6D72A-18BD-8D0C-3CFF-34BC70CB16F4}"/>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9</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Tools and Techniques for Ethical Prototyping</a:t>
            </a:r>
          </a:p>
        </p:txBody>
      </p:sp>
      <p:sp>
        <p:nvSpPr>
          <p:cNvPr id="4" name="Slide Number Placeholder 3">
            <a:extLst>
              <a:ext uri="{FF2B5EF4-FFF2-40B4-BE49-F238E27FC236}">
                <a16:creationId xmlns:a16="http://schemas.microsoft.com/office/drawing/2014/main" id="{DF935F0A-C2A1-4DF3-081B-8091ECBA0D52}"/>
              </a:ext>
            </a:extLst>
          </p:cNvPr>
          <p:cNvSpPr>
            <a:spLocks noGrp="1"/>
          </p:cNvSpPr>
          <p:nvPr>
            <p:ph type="sldNum" sz="quarter" idx="12"/>
          </p:nvPr>
        </p:nvSpPr>
        <p:spPr/>
        <p:txBody>
          <a:bodyPr/>
          <a:lstStyle/>
          <a:p>
            <a:pPr>
              <a:defRPr/>
            </a:pPr>
            <a:fld id="{65D7EE65-8AFE-4022-B3D9-7794B9342842}" type="slidenum">
              <a:rPr lang="en-AU" smtClean="0">
                <a:latin typeface="Garamond" pitchFamily="34" charset="0"/>
              </a:rPr>
              <a:pPr>
                <a:defRPr/>
              </a:pPr>
              <a:t>41</a:t>
            </a:fld>
            <a:endParaRPr lang="en-AU" dirty="0"/>
          </a:p>
        </p:txBody>
      </p:sp>
      <p:sp>
        <p:nvSpPr>
          <p:cNvPr id="6" name="Rectangle 5">
            <a:extLst>
              <a:ext uri="{FF2B5EF4-FFF2-40B4-BE49-F238E27FC236}">
                <a16:creationId xmlns:a16="http://schemas.microsoft.com/office/drawing/2014/main" id="{90BF89CF-9385-B84F-C651-3D90CEAF0854}"/>
              </a:ext>
            </a:extLst>
          </p:cNvPr>
          <p:cNvSpPr/>
          <p:nvPr/>
        </p:nvSpPr>
        <p:spPr>
          <a:xfrm>
            <a:off x="914400" y="1797957"/>
            <a:ext cx="9649072" cy="1107996"/>
          </a:xfrm>
          <a:prstGeom prst="rect">
            <a:avLst/>
          </a:prstGeom>
        </p:spPr>
        <p:txBody>
          <a:bodyPr wrap="square">
            <a:spAutoFit/>
          </a:bodyPr>
          <a:lstStyle/>
          <a:p>
            <a:pPr algn="just"/>
            <a:endParaRPr lang="en-US" sz="2200" dirty="0">
              <a:solidFill>
                <a:srgbClr val="000000"/>
              </a:solidFill>
              <a:highlight>
                <a:srgbClr val="FFFFFF"/>
              </a:highlight>
              <a:latin typeface="Garamond" panose="02020404030301010803" pitchFamily="18" charset="0"/>
            </a:endParaRPr>
          </a:p>
          <a:p>
            <a:pPr algn="just"/>
            <a:endParaRPr lang="en-US" sz="2200" dirty="0">
              <a:solidFill>
                <a:srgbClr val="000000"/>
              </a:solidFill>
              <a:highlight>
                <a:srgbClr val="FFFFFF"/>
              </a:highlight>
              <a:latin typeface="Garamond" panose="02020404030301010803" pitchFamily="18" charset="0"/>
            </a:endParaRPr>
          </a:p>
          <a:p>
            <a:pPr algn="just"/>
            <a:endParaRPr lang="en-US" sz="2200" dirty="0">
              <a:highlight>
                <a:srgbClr val="FFFFFF"/>
              </a:highlight>
              <a:latin typeface="Garamond" panose="02020404030301010803" pitchFamily="18" charset="0"/>
            </a:endParaRPr>
          </a:p>
        </p:txBody>
      </p:sp>
      <p:sp>
        <p:nvSpPr>
          <p:cNvPr id="5" name="TextBox 4">
            <a:extLst>
              <a:ext uri="{FF2B5EF4-FFF2-40B4-BE49-F238E27FC236}">
                <a16:creationId xmlns:a16="http://schemas.microsoft.com/office/drawing/2014/main" id="{E2AAAEE0-BD86-EE5F-7A3D-2466F5513197}"/>
              </a:ext>
            </a:extLst>
          </p:cNvPr>
          <p:cNvSpPr txBox="1"/>
          <p:nvPr/>
        </p:nvSpPr>
        <p:spPr>
          <a:xfrm>
            <a:off x="983432" y="1645407"/>
            <a:ext cx="8712968" cy="1938992"/>
          </a:xfrm>
          <a:prstGeom prst="rect">
            <a:avLst/>
          </a:prstGeom>
          <a:noFill/>
        </p:spPr>
        <p:txBody>
          <a:bodyPr wrap="square">
            <a:spAutoFit/>
          </a:bodyPr>
          <a:lstStyle/>
          <a:p>
            <a:endParaRPr lang="en-US" sz="2400" b="1" dirty="0">
              <a:highlight>
                <a:srgbClr val="FFFFFF"/>
              </a:highlight>
              <a:latin typeface="Garamond" panose="02020404030301010803" pitchFamily="18" charset="0"/>
            </a:endParaRPr>
          </a:p>
          <a:p>
            <a:r>
              <a:rPr lang="en-US" sz="2400" b="1" dirty="0">
                <a:highlight>
                  <a:srgbClr val="FFFFFF"/>
                </a:highlight>
                <a:latin typeface="Garamond" panose="02020404030301010803" pitchFamily="18" charset="0"/>
              </a:rPr>
              <a:t>3. Interactive Prototype Features</a:t>
            </a:r>
            <a:r>
              <a:rPr lang="en-US" sz="2400" dirty="0">
                <a:highlight>
                  <a:srgbClr val="FFFFFF"/>
                </a:highlight>
                <a:latin typeface="Garamond" panose="02020404030301010803" pitchFamily="18" charset="0"/>
              </a:rPr>
              <a:t> </a:t>
            </a:r>
          </a:p>
          <a:p>
            <a:pPr lvl="1"/>
            <a:r>
              <a:rPr lang="en-US" sz="2400" dirty="0">
                <a:highlight>
                  <a:srgbClr val="FFFFFF"/>
                </a:highlight>
                <a:latin typeface="Garamond" panose="02020404030301010803" pitchFamily="18" charset="0"/>
              </a:rPr>
              <a:t>Conditional logic showing ethical decision trees</a:t>
            </a:r>
          </a:p>
          <a:p>
            <a:pPr lvl="1"/>
            <a:r>
              <a:rPr lang="en-US" sz="2400" dirty="0">
                <a:highlight>
                  <a:srgbClr val="FFFFFF"/>
                </a:highlight>
                <a:latin typeface="Garamond" panose="02020404030301010803" pitchFamily="18" charset="0"/>
              </a:rPr>
              <a:t>Variable states showing consent status</a:t>
            </a:r>
          </a:p>
          <a:p>
            <a:pPr lvl="1"/>
            <a:r>
              <a:rPr lang="en-US" sz="2400" dirty="0">
                <a:highlight>
                  <a:srgbClr val="FFFFFF"/>
                </a:highlight>
                <a:latin typeface="Garamond" panose="02020404030301010803" pitchFamily="18" charset="0"/>
              </a:rPr>
              <a:t>Animation demonstrating ethical safeguards</a:t>
            </a:r>
          </a:p>
        </p:txBody>
      </p:sp>
    </p:spTree>
    <p:extLst>
      <p:ext uri="{BB962C8B-B14F-4D97-AF65-F5344CB8AC3E}">
        <p14:creationId xmlns:p14="http://schemas.microsoft.com/office/powerpoint/2010/main" val="746072333"/>
      </p:ext>
    </p:extLst>
  </p:cSld>
  <p:clrMapOvr>
    <a:masterClrMapping/>
  </p:clrMapOvr>
  <mc:AlternateContent xmlns:mc="http://schemas.openxmlformats.org/markup-compatibility/2006" xmlns:p14="http://schemas.microsoft.com/office/powerpoint/2010/main">
    <mc:Choice Requires="p14">
      <p:transition spd="slow" p14:dur="2000" advTm="33365"/>
    </mc:Choice>
    <mc:Fallback xmlns="">
      <p:transition spd="slow" advTm="33365"/>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02B5C"/>
        </a:solidFill>
        <a:effectLst/>
      </p:bgPr>
    </p:bg>
    <p:spTree>
      <p:nvGrpSpPr>
        <p:cNvPr id="1" name="">
          <a:extLst>
            <a:ext uri="{FF2B5EF4-FFF2-40B4-BE49-F238E27FC236}">
              <a16:creationId xmlns:a16="http://schemas.microsoft.com/office/drawing/2014/main" id="{22F25044-9A9A-7F6E-0A88-1108CC37D0C2}"/>
            </a:ext>
          </a:extLst>
        </p:cNvPr>
        <p:cNvGrpSpPr/>
        <p:nvPr/>
      </p:nvGrpSpPr>
      <p:grpSpPr>
        <a:xfrm>
          <a:off x="0" y="0"/>
          <a:ext cx="0" cy="0"/>
          <a:chOff x="0" y="0"/>
          <a:chExt cx="0" cy="0"/>
        </a:xfrm>
      </p:grpSpPr>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9</a:t>
            </a:r>
          </a:p>
        </p:txBody>
      </p:sp>
      <p:sp>
        <p:nvSpPr>
          <p:cNvPr id="901" name="SecTitle"/>
          <p:cNvSpPr/>
          <p:nvPr/>
        </p:nvSpPr>
        <p:spPr>
          <a:xfrm>
            <a:off x="609600" y="1524000"/>
            <a:ext cx="10972800" cy="1800000"/>
          </a:xfrm>
          <a:prstGeom prst="rect">
            <a:avLst/>
          </a:prstGeom>
          <a:noFill/>
          <a:ln w="0">
            <a:noFill/>
          </a:ln>
        </p:spPr>
        <p:txBody>
          <a:bodyPr wrap="square" lIns="0" tIns="0" rIns="0" bIns="0" rtlCol="0" anchor="b">
            <a:normAutofit/>
          </a:bodyPr>
          <a:lstStyle/>
          <a:p>
            <a:pPr marL="0" indent="0" algn="l">
              <a:buNone/>
            </a:pPr>
            <a:r>
              <a:rPr lang="en-US" sz="4400" b="1" dirty="0">
                <a:solidFill>
                  <a:srgbClr val="FFFFFF"/>
                </a:solidFill>
                <a:latin typeface="Garamond" pitchFamily="34" charset="0"/>
              </a:rPr>
              <a:t>In-class activity</a:t>
            </a:r>
          </a:p>
        </p:txBody>
      </p:sp>
      <p:sp>
        <p:nvSpPr>
          <p:cNvPr id="906" name="SecLine"/>
          <p:cNvSpPr/>
          <p:nvPr/>
        </p:nvSpPr>
        <p:spPr>
          <a:xfrm>
            <a:off x="609600" y="3400000"/>
            <a:ext cx="4876800" cy="73152"/>
          </a:xfrm>
          <a:prstGeom prst="rect">
            <a:avLst/>
          </a:prstGeom>
          <a:solidFill>
            <a:srgbClr val="5BC2E7"/>
          </a:solidFill>
          <a:ln w="0">
            <a:noFill/>
          </a:ln>
        </p:spPr>
        <p:txBody>
          <a:bodyPr/>
          <a:lstStyle/>
          <a:p>
            <a:endParaRPr lang="en-US"/>
          </a:p>
        </p:txBody>
      </p:sp>
    </p:spTree>
    <p:extLst>
      <p:ext uri="{BB962C8B-B14F-4D97-AF65-F5344CB8AC3E}">
        <p14:creationId xmlns:p14="http://schemas.microsoft.com/office/powerpoint/2010/main" val="18760008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5395647-D0A1-1F8B-2509-1F27ED26878C}"/>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9</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Ethical Rule Translation</a:t>
            </a:r>
          </a:p>
        </p:txBody>
      </p:sp>
      <p:sp>
        <p:nvSpPr>
          <p:cNvPr id="4" name="Slide Number Placeholder 3">
            <a:extLst>
              <a:ext uri="{FF2B5EF4-FFF2-40B4-BE49-F238E27FC236}">
                <a16:creationId xmlns:a16="http://schemas.microsoft.com/office/drawing/2014/main" id="{E36BC297-F911-1167-2A04-34F5BFA502BB}"/>
              </a:ext>
            </a:extLst>
          </p:cNvPr>
          <p:cNvSpPr>
            <a:spLocks noGrp="1"/>
          </p:cNvSpPr>
          <p:nvPr>
            <p:ph type="sldNum" sz="quarter" idx="12"/>
          </p:nvPr>
        </p:nvSpPr>
        <p:spPr/>
        <p:txBody>
          <a:bodyPr/>
          <a:lstStyle/>
          <a:p>
            <a:pPr>
              <a:defRPr/>
            </a:pPr>
            <a:fld id="{65D7EE65-8AFE-4022-B3D9-7794B9342842}" type="slidenum">
              <a:rPr lang="en-AU" smtClean="0">
                <a:latin typeface="Garamond" pitchFamily="34" charset="0"/>
              </a:rPr>
              <a:pPr>
                <a:defRPr/>
              </a:pPr>
              <a:t>43</a:t>
            </a:fld>
            <a:endParaRPr lang="en-AU" dirty="0"/>
          </a:p>
        </p:txBody>
      </p:sp>
      <p:sp>
        <p:nvSpPr>
          <p:cNvPr id="6" name="Rectangle 5">
            <a:extLst>
              <a:ext uri="{FF2B5EF4-FFF2-40B4-BE49-F238E27FC236}">
                <a16:creationId xmlns:a16="http://schemas.microsoft.com/office/drawing/2014/main" id="{8180E93D-1055-9178-FD20-59DFBA1160DC}"/>
              </a:ext>
            </a:extLst>
          </p:cNvPr>
          <p:cNvSpPr/>
          <p:nvPr/>
        </p:nvSpPr>
        <p:spPr>
          <a:xfrm>
            <a:off x="914400" y="1797957"/>
            <a:ext cx="9649072" cy="1107996"/>
          </a:xfrm>
          <a:prstGeom prst="rect">
            <a:avLst/>
          </a:prstGeom>
        </p:spPr>
        <p:txBody>
          <a:bodyPr wrap="square">
            <a:spAutoFit/>
          </a:bodyPr>
          <a:lstStyle/>
          <a:p>
            <a:pPr algn="just"/>
            <a:endParaRPr lang="en-US" sz="2200" dirty="0">
              <a:solidFill>
                <a:srgbClr val="000000"/>
              </a:solidFill>
              <a:highlight>
                <a:srgbClr val="FFFFFF"/>
              </a:highlight>
              <a:latin typeface="Garamond" panose="02020404030301010803" pitchFamily="18" charset="0"/>
            </a:endParaRPr>
          </a:p>
          <a:p>
            <a:pPr algn="just"/>
            <a:endParaRPr lang="en-US" sz="2200" dirty="0">
              <a:solidFill>
                <a:srgbClr val="000000"/>
              </a:solidFill>
              <a:highlight>
                <a:srgbClr val="FFFFFF"/>
              </a:highlight>
              <a:latin typeface="Garamond" panose="02020404030301010803" pitchFamily="18" charset="0"/>
            </a:endParaRPr>
          </a:p>
          <a:p>
            <a:pPr algn="just"/>
            <a:endParaRPr lang="en-US" sz="2200" dirty="0">
              <a:highlight>
                <a:srgbClr val="FFFFFF"/>
              </a:highlight>
              <a:latin typeface="Garamond" panose="02020404030301010803" pitchFamily="18" charset="0"/>
            </a:endParaRPr>
          </a:p>
        </p:txBody>
      </p:sp>
      <p:sp>
        <p:nvSpPr>
          <p:cNvPr id="5" name="TextBox 4">
            <a:extLst>
              <a:ext uri="{FF2B5EF4-FFF2-40B4-BE49-F238E27FC236}">
                <a16:creationId xmlns:a16="http://schemas.microsoft.com/office/drawing/2014/main" id="{E7433476-7F9E-3C72-8A08-80EF31043387}"/>
              </a:ext>
            </a:extLst>
          </p:cNvPr>
          <p:cNvSpPr txBox="1"/>
          <p:nvPr/>
        </p:nvSpPr>
        <p:spPr>
          <a:xfrm>
            <a:off x="983432" y="1645407"/>
            <a:ext cx="8712968" cy="3046988"/>
          </a:xfrm>
          <a:prstGeom prst="rect">
            <a:avLst/>
          </a:prstGeom>
          <a:noFill/>
        </p:spPr>
        <p:txBody>
          <a:bodyPr wrap="square">
            <a:spAutoFit/>
          </a:bodyPr>
          <a:lstStyle/>
          <a:p>
            <a:r>
              <a:rPr lang="en-US" sz="2400" b="1" dirty="0">
                <a:highlight>
                  <a:srgbClr val="FFFFFF"/>
                </a:highlight>
                <a:latin typeface="Garamond" panose="02020404030301010803" pitchFamily="18" charset="0"/>
              </a:rPr>
              <a:t>Instructions:</a:t>
            </a:r>
          </a:p>
          <a:p>
            <a:endParaRPr lang="en-US" sz="2400" dirty="0">
              <a:highlight>
                <a:srgbClr val="FFFFFF"/>
              </a:highlight>
              <a:latin typeface="Garamond" panose="02020404030301010803" pitchFamily="18" charset="0"/>
            </a:endParaRPr>
          </a:p>
          <a:p>
            <a:r>
              <a:rPr lang="en-US" sz="2400" dirty="0">
                <a:highlight>
                  <a:srgbClr val="FFFFFF"/>
                </a:highlight>
                <a:latin typeface="Garamond" panose="02020404030301010803" pitchFamily="18" charset="0"/>
              </a:rPr>
              <a:t>Work in groups of 3-4, each group gets:</a:t>
            </a:r>
          </a:p>
          <a:p>
            <a:r>
              <a:rPr lang="en-US" sz="2400" dirty="0">
                <a:highlight>
                  <a:srgbClr val="FFFFFF"/>
                </a:highlight>
                <a:latin typeface="Garamond" panose="02020404030301010803" pitchFamily="18" charset="0"/>
              </a:rPr>
              <a:t>Step 3 pseudocode output (from "Today I am Paul" or their own scenario)</a:t>
            </a:r>
          </a:p>
          <a:p>
            <a:r>
              <a:rPr lang="en-US" sz="2400" dirty="0">
                <a:highlight>
                  <a:srgbClr val="FFFFFF"/>
                </a:highlight>
                <a:latin typeface="Garamond" panose="02020404030301010803" pitchFamily="18" charset="0"/>
              </a:rPr>
              <a:t>Blank interface template</a:t>
            </a:r>
          </a:p>
          <a:p>
            <a:r>
              <a:rPr lang="en-US" sz="2400" dirty="0">
                <a:highlight>
                  <a:srgbClr val="FFFFFF"/>
                </a:highlight>
                <a:latin typeface="Garamond" panose="02020404030301010803" pitchFamily="18" charset="0"/>
              </a:rPr>
              <a:t>Stakeholder persona cards, you may use templates on </a:t>
            </a:r>
            <a:r>
              <a:rPr lang="en-US" sz="2400" dirty="0">
                <a:highlight>
                  <a:srgbClr val="FFFFFF"/>
                </a:highlight>
                <a:latin typeface="Garamond" panose="02020404030301010803" pitchFamily="18" charset="0"/>
                <a:hlinkClick r:id="rId3"/>
              </a:rPr>
              <a:t>Miro</a:t>
            </a:r>
            <a:r>
              <a:rPr lang="en-US" sz="2400" dirty="0">
                <a:highlight>
                  <a:srgbClr val="FFFFFF"/>
                </a:highlight>
                <a:latin typeface="Garamond" panose="02020404030301010803" pitchFamily="18" charset="0"/>
              </a:rPr>
              <a:t> for this</a:t>
            </a:r>
          </a:p>
          <a:p>
            <a:endParaRPr lang="en-US" sz="2400" dirty="0">
              <a:highlight>
                <a:srgbClr val="FFFFFF"/>
              </a:highlight>
              <a:latin typeface="Garamond" panose="02020404030301010803" pitchFamily="18" charset="0"/>
            </a:endParaRPr>
          </a:p>
        </p:txBody>
      </p:sp>
    </p:spTree>
    <p:extLst>
      <p:ext uri="{BB962C8B-B14F-4D97-AF65-F5344CB8AC3E}">
        <p14:creationId xmlns:p14="http://schemas.microsoft.com/office/powerpoint/2010/main" val="1939411906"/>
      </p:ext>
    </p:extLst>
  </p:cSld>
  <p:clrMapOvr>
    <a:masterClrMapping/>
  </p:clrMapOvr>
  <mc:AlternateContent xmlns:mc="http://schemas.openxmlformats.org/markup-compatibility/2006" xmlns:p14="http://schemas.microsoft.com/office/powerpoint/2010/main">
    <mc:Choice Requires="p14">
      <p:transition spd="slow" p14:dur="2000" advTm="33365"/>
    </mc:Choice>
    <mc:Fallback xmlns="">
      <p:transition spd="slow" advTm="33365"/>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D353697-31B3-7576-B618-A45F8AF7E6D3}"/>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9</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Ethical Rule Translation</a:t>
            </a:r>
          </a:p>
        </p:txBody>
      </p:sp>
      <p:sp>
        <p:nvSpPr>
          <p:cNvPr id="4" name="Slide Number Placeholder 3">
            <a:extLst>
              <a:ext uri="{FF2B5EF4-FFF2-40B4-BE49-F238E27FC236}">
                <a16:creationId xmlns:a16="http://schemas.microsoft.com/office/drawing/2014/main" id="{358B5F71-D4BD-E820-0770-A7390573400D}"/>
              </a:ext>
            </a:extLst>
          </p:cNvPr>
          <p:cNvSpPr>
            <a:spLocks noGrp="1"/>
          </p:cNvSpPr>
          <p:nvPr>
            <p:ph type="sldNum" sz="quarter" idx="12"/>
          </p:nvPr>
        </p:nvSpPr>
        <p:spPr/>
        <p:txBody>
          <a:bodyPr/>
          <a:lstStyle/>
          <a:p>
            <a:pPr>
              <a:defRPr/>
            </a:pPr>
            <a:fld id="{65D7EE65-8AFE-4022-B3D9-7794B9342842}" type="slidenum">
              <a:rPr lang="en-AU" smtClean="0">
                <a:latin typeface="Garamond" pitchFamily="34" charset="0"/>
              </a:rPr>
              <a:pPr>
                <a:defRPr/>
              </a:pPr>
              <a:t>44</a:t>
            </a:fld>
            <a:endParaRPr lang="en-AU" dirty="0"/>
          </a:p>
        </p:txBody>
      </p:sp>
      <p:sp>
        <p:nvSpPr>
          <p:cNvPr id="6" name="Rectangle 5">
            <a:extLst>
              <a:ext uri="{FF2B5EF4-FFF2-40B4-BE49-F238E27FC236}">
                <a16:creationId xmlns:a16="http://schemas.microsoft.com/office/drawing/2014/main" id="{C0207188-3203-C2A3-F9BB-C6CDF6861345}"/>
              </a:ext>
            </a:extLst>
          </p:cNvPr>
          <p:cNvSpPr/>
          <p:nvPr/>
        </p:nvSpPr>
        <p:spPr>
          <a:xfrm>
            <a:off x="914400" y="1797957"/>
            <a:ext cx="9649072" cy="1107996"/>
          </a:xfrm>
          <a:prstGeom prst="rect">
            <a:avLst/>
          </a:prstGeom>
        </p:spPr>
        <p:txBody>
          <a:bodyPr wrap="square">
            <a:spAutoFit/>
          </a:bodyPr>
          <a:lstStyle/>
          <a:p>
            <a:pPr algn="just"/>
            <a:endParaRPr lang="en-US" sz="2200" dirty="0">
              <a:solidFill>
                <a:srgbClr val="000000"/>
              </a:solidFill>
              <a:highlight>
                <a:srgbClr val="FFFFFF"/>
              </a:highlight>
              <a:latin typeface="Garamond" panose="02020404030301010803" pitchFamily="18" charset="0"/>
            </a:endParaRPr>
          </a:p>
          <a:p>
            <a:pPr algn="just"/>
            <a:endParaRPr lang="en-US" sz="2200" dirty="0">
              <a:solidFill>
                <a:srgbClr val="000000"/>
              </a:solidFill>
              <a:highlight>
                <a:srgbClr val="FFFFFF"/>
              </a:highlight>
              <a:latin typeface="Garamond" panose="02020404030301010803" pitchFamily="18" charset="0"/>
            </a:endParaRPr>
          </a:p>
          <a:p>
            <a:pPr algn="just"/>
            <a:endParaRPr lang="en-US" sz="2200" dirty="0">
              <a:highlight>
                <a:srgbClr val="FFFFFF"/>
              </a:highlight>
              <a:latin typeface="Garamond" panose="02020404030301010803" pitchFamily="18" charset="0"/>
            </a:endParaRPr>
          </a:p>
        </p:txBody>
      </p:sp>
      <p:sp>
        <p:nvSpPr>
          <p:cNvPr id="5" name="TextBox 4">
            <a:extLst>
              <a:ext uri="{FF2B5EF4-FFF2-40B4-BE49-F238E27FC236}">
                <a16:creationId xmlns:a16="http://schemas.microsoft.com/office/drawing/2014/main" id="{6A21DA61-8647-ED1D-3EEC-C015812F1BE8}"/>
              </a:ext>
            </a:extLst>
          </p:cNvPr>
          <p:cNvSpPr txBox="1"/>
          <p:nvPr/>
        </p:nvSpPr>
        <p:spPr>
          <a:xfrm>
            <a:off x="983432" y="1645407"/>
            <a:ext cx="8712968" cy="4801314"/>
          </a:xfrm>
          <a:prstGeom prst="rect">
            <a:avLst/>
          </a:prstGeom>
          <a:noFill/>
        </p:spPr>
        <p:txBody>
          <a:bodyPr wrap="square">
            <a:spAutoFit/>
          </a:bodyPr>
          <a:lstStyle/>
          <a:p>
            <a:r>
              <a:rPr lang="en-US" b="1" dirty="0">
                <a:highlight>
                  <a:srgbClr val="FFFFFF"/>
                </a:highlight>
                <a:latin typeface="Garamond" panose="02020404030301010803" pitchFamily="18" charset="0"/>
              </a:rPr>
              <a:t>Process:</a:t>
            </a:r>
          </a:p>
          <a:p>
            <a:r>
              <a:rPr lang="en-US" b="1" dirty="0">
                <a:highlight>
                  <a:srgbClr val="FFFFFF"/>
                </a:highlight>
                <a:latin typeface="Garamond" panose="02020404030301010803" pitchFamily="18" charset="0"/>
              </a:rPr>
              <a:t>Minutes 1-8</a:t>
            </a:r>
            <a:r>
              <a:rPr lang="en-US" dirty="0">
                <a:highlight>
                  <a:srgbClr val="FFFFFF"/>
                </a:highlight>
                <a:latin typeface="Garamond" panose="02020404030301010803" pitchFamily="18" charset="0"/>
              </a:rPr>
              <a:t>: Individual sketching </a:t>
            </a:r>
          </a:p>
          <a:p>
            <a:pPr lvl="1"/>
            <a:r>
              <a:rPr lang="en-US" dirty="0">
                <a:highlight>
                  <a:srgbClr val="FFFFFF"/>
                </a:highlight>
                <a:latin typeface="Garamond" panose="02020404030301010803" pitchFamily="18" charset="0"/>
              </a:rPr>
              <a:t>Each student sketch</a:t>
            </a:r>
            <a:r>
              <a:rPr lang="en-US" dirty="0">
                <a:latin typeface="Garamond" panose="02020404030301010803" pitchFamily="18" charset="0"/>
              </a:rPr>
              <a:t>es</a:t>
            </a:r>
            <a:r>
              <a:rPr lang="en-US" dirty="0">
                <a:highlight>
                  <a:srgbClr val="FFFFFF"/>
                </a:highlight>
                <a:latin typeface="Garamond" panose="02020404030301010803" pitchFamily="18" charset="0"/>
              </a:rPr>
              <a:t> how ONE ethical rule appears in the interface</a:t>
            </a:r>
            <a:r>
              <a:rPr lang="en-US" dirty="0">
                <a:latin typeface="Garamond" panose="02020404030301010803" pitchFamily="18" charset="0"/>
              </a:rPr>
              <a:t>;</a:t>
            </a:r>
            <a:r>
              <a:rPr lang="en-US" dirty="0">
                <a:highlight>
                  <a:srgbClr val="FFFFFF"/>
                </a:highlight>
                <a:latin typeface="Garamond" panose="02020404030301010803" pitchFamily="18" charset="0"/>
              </a:rPr>
              <a:t> you may use Figma or </a:t>
            </a:r>
            <a:r>
              <a:rPr lang="en-US" dirty="0">
                <a:latin typeface="Garamond" panose="02020404030301010803" pitchFamily="18" charset="0"/>
              </a:rPr>
              <a:t>a </a:t>
            </a:r>
            <a:r>
              <a:rPr lang="en-US" dirty="0">
                <a:highlight>
                  <a:srgbClr val="FFFFFF"/>
                </a:highlight>
                <a:latin typeface="Garamond" panose="02020404030301010803" pitchFamily="18" charset="0"/>
              </a:rPr>
              <a:t>simple sketch on Google Slides</a:t>
            </a:r>
          </a:p>
          <a:p>
            <a:pPr lvl="1"/>
            <a:r>
              <a:rPr lang="en-US" dirty="0">
                <a:highlight>
                  <a:srgbClr val="FFFFFF"/>
                </a:highlight>
                <a:latin typeface="Garamond" panose="02020404030301010803" pitchFamily="18" charset="0"/>
              </a:rPr>
              <a:t>Focus on specific UI elements, not entire screens</a:t>
            </a:r>
          </a:p>
          <a:p>
            <a:pPr lvl="1"/>
            <a:endParaRPr lang="en-US" dirty="0">
              <a:highlight>
                <a:srgbClr val="FFFFFF"/>
              </a:highlight>
              <a:latin typeface="Garamond" panose="02020404030301010803" pitchFamily="18" charset="0"/>
            </a:endParaRPr>
          </a:p>
          <a:p>
            <a:r>
              <a:rPr lang="en-US" b="1" dirty="0">
                <a:highlight>
                  <a:srgbClr val="FFFFFF"/>
                </a:highlight>
                <a:latin typeface="Garamond" panose="02020404030301010803" pitchFamily="18" charset="0"/>
              </a:rPr>
              <a:t>Minutes 9-15</a:t>
            </a:r>
            <a:r>
              <a:rPr lang="en-US" dirty="0">
                <a:highlight>
                  <a:srgbClr val="FFFFFF"/>
                </a:highlight>
                <a:latin typeface="Garamond" panose="02020404030301010803" pitchFamily="18" charset="0"/>
              </a:rPr>
              <a:t>: Group synthesis </a:t>
            </a:r>
          </a:p>
          <a:p>
            <a:pPr lvl="1"/>
            <a:r>
              <a:rPr lang="en-US" dirty="0">
                <a:highlight>
                  <a:srgbClr val="FFFFFF"/>
                </a:highlight>
                <a:latin typeface="Garamond" panose="02020404030301010803" pitchFamily="18" charset="0"/>
              </a:rPr>
              <a:t>Share individual sketches</a:t>
            </a:r>
          </a:p>
          <a:p>
            <a:pPr lvl="1"/>
            <a:r>
              <a:rPr lang="en-US" dirty="0">
                <a:highlight>
                  <a:srgbClr val="FFFFFF"/>
                </a:highlight>
                <a:latin typeface="Garamond" panose="02020404030301010803" pitchFamily="18" charset="0"/>
              </a:rPr>
              <a:t>Combine ideas into </a:t>
            </a:r>
            <a:r>
              <a:rPr lang="en-US" dirty="0">
                <a:latin typeface="Garamond" panose="02020404030301010803" pitchFamily="18" charset="0"/>
              </a:rPr>
              <a:t>a </a:t>
            </a:r>
            <a:r>
              <a:rPr lang="en-US" dirty="0">
                <a:highlight>
                  <a:srgbClr val="FFFFFF"/>
                </a:highlight>
                <a:latin typeface="Garamond" panose="02020404030301010803" pitchFamily="18" charset="0"/>
              </a:rPr>
              <a:t>unified interface concept</a:t>
            </a:r>
          </a:p>
          <a:p>
            <a:pPr lvl="1"/>
            <a:r>
              <a:rPr lang="en-US" dirty="0">
                <a:highlight>
                  <a:srgbClr val="FFFFFF"/>
                </a:highlight>
                <a:latin typeface="Garamond" panose="02020404030301010803" pitchFamily="18" charset="0"/>
              </a:rPr>
              <a:t>Identify conflicts between rules and resolve them</a:t>
            </a:r>
          </a:p>
          <a:p>
            <a:pPr lvl="1"/>
            <a:endParaRPr lang="en-US" dirty="0">
              <a:highlight>
                <a:srgbClr val="FFFFFF"/>
              </a:highlight>
              <a:latin typeface="Garamond" panose="02020404030301010803" pitchFamily="18" charset="0"/>
            </a:endParaRPr>
          </a:p>
          <a:p>
            <a:r>
              <a:rPr lang="en-US" b="1" dirty="0">
                <a:highlight>
                  <a:srgbClr val="FFFFFF"/>
                </a:highlight>
                <a:latin typeface="Garamond" panose="02020404030301010803" pitchFamily="18" charset="0"/>
              </a:rPr>
              <a:t>Minutes 16-20</a:t>
            </a:r>
            <a:r>
              <a:rPr lang="en-US" dirty="0">
                <a:highlight>
                  <a:srgbClr val="FFFFFF"/>
                </a:highlight>
                <a:latin typeface="Garamond" panose="02020404030301010803" pitchFamily="18" charset="0"/>
              </a:rPr>
              <a:t>: Quick presentation </a:t>
            </a:r>
          </a:p>
          <a:p>
            <a:pPr lvl="1"/>
            <a:r>
              <a:rPr lang="en-US" dirty="0">
                <a:highlight>
                  <a:srgbClr val="FFFFFF"/>
                </a:highlight>
                <a:latin typeface="Garamond" panose="02020404030301010803" pitchFamily="18" charset="0"/>
              </a:rPr>
              <a:t>Show one key ethical rule implementation</a:t>
            </a:r>
          </a:p>
          <a:p>
            <a:pPr lvl="1"/>
            <a:r>
              <a:rPr lang="en-US" dirty="0">
                <a:highlight>
                  <a:srgbClr val="FFFFFF"/>
                </a:highlight>
                <a:latin typeface="Garamond" panose="02020404030301010803" pitchFamily="18" charset="0"/>
              </a:rPr>
              <a:t>Explain how it serves the stakeholder needs</a:t>
            </a:r>
          </a:p>
          <a:p>
            <a:pPr lvl="1"/>
            <a:r>
              <a:rPr lang="en-US" dirty="0">
                <a:highlight>
                  <a:srgbClr val="FFFFFF"/>
                </a:highlight>
                <a:latin typeface="Garamond" panose="02020404030301010803" pitchFamily="18" charset="0"/>
              </a:rPr>
              <a:t>Upload your sketches </a:t>
            </a:r>
            <a:r>
              <a:rPr lang="en-US" dirty="0">
                <a:highlight>
                  <a:srgbClr val="FFFFFF"/>
                </a:highlight>
                <a:latin typeface="Garamond" panose="02020404030301010803" pitchFamily="18" charset="0"/>
                <a:hlinkClick r:id="rId3"/>
              </a:rPr>
              <a:t>here</a:t>
            </a:r>
            <a:endParaRPr lang="en-US" dirty="0">
              <a:highlight>
                <a:srgbClr val="FFFFFF"/>
              </a:highlight>
              <a:latin typeface="Garamond" panose="02020404030301010803" pitchFamily="18" charset="0"/>
            </a:endParaRPr>
          </a:p>
          <a:p>
            <a:pPr lvl="1"/>
            <a:endParaRPr lang="en-US" dirty="0">
              <a:highlight>
                <a:srgbClr val="FFFFFF"/>
              </a:highlight>
              <a:latin typeface="Garamond" panose="02020404030301010803" pitchFamily="18" charset="0"/>
            </a:endParaRPr>
          </a:p>
          <a:p>
            <a:pPr lvl="1"/>
            <a:endParaRPr lang="en-US" dirty="0">
              <a:highlight>
                <a:srgbClr val="FFFFFF"/>
              </a:highlight>
              <a:latin typeface="Garamond" panose="02020404030301010803" pitchFamily="18" charset="0"/>
            </a:endParaRPr>
          </a:p>
        </p:txBody>
      </p:sp>
    </p:spTree>
    <p:extLst>
      <p:ext uri="{BB962C8B-B14F-4D97-AF65-F5344CB8AC3E}">
        <p14:creationId xmlns:p14="http://schemas.microsoft.com/office/powerpoint/2010/main" val="886284970"/>
      </p:ext>
    </p:extLst>
  </p:cSld>
  <p:clrMapOvr>
    <a:masterClrMapping/>
  </p:clrMapOvr>
  <mc:AlternateContent xmlns:mc="http://schemas.openxmlformats.org/markup-compatibility/2006" xmlns:p14="http://schemas.microsoft.com/office/powerpoint/2010/main">
    <mc:Choice Requires="p14">
      <p:transition spd="slow" p14:dur="2000" advTm="33365"/>
    </mc:Choice>
    <mc:Fallback xmlns="">
      <p:transition spd="slow" advTm="33365"/>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3DFCED4-981A-B966-E41B-74DB127D1E8E}"/>
            </a:ext>
          </a:extLst>
        </p:cNvPr>
        <p:cNvGrpSpPr/>
        <p:nvPr/>
      </p:nvGrpSpPr>
      <p:grpSpPr>
        <a:xfrm>
          <a:off x="0" y="0"/>
          <a:ext cx="0" cy="0"/>
          <a:chOff x="0" y="0"/>
          <a:chExt cx="0" cy="0"/>
        </a:xfrm>
      </p:grpSpPr>
      <p:sp>
        <p:nvSpPr>
          <p:cNvPr id="9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902" name="LeftBar"/>
          <p:cNvSpPr/>
          <p:nvPr/>
        </p:nvSpPr>
        <p:spPr>
          <a:xfrm>
            <a:off x="0" y="0"/>
            <a:ext cx="182880" cy="6858000"/>
          </a:xfrm>
          <a:prstGeom prst="rect">
            <a:avLst/>
          </a:prstGeom>
          <a:solidFill>
            <a:srgbClr val="006DAE"/>
          </a:solidFill>
          <a:ln w="0">
            <a:noFill/>
          </a:ln>
        </p:spPr>
        <p:txBody>
          <a:bodyPr/>
          <a:lstStyle/>
          <a:p>
            <a:endParaRPr lang="en-US"/>
          </a:p>
        </p:txBody>
      </p:sp>
      <p:sp>
        <p:nvSpPr>
          <p:cNvPr id="9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904"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9</a:t>
            </a:r>
          </a:p>
        </p:txBody>
      </p:sp>
      <p:sp>
        <p:nvSpPr>
          <p:cNvPr id="905"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Summary of this week’s learning</a:t>
            </a:r>
          </a:p>
        </p:txBody>
      </p:sp>
      <p:sp>
        <p:nvSpPr>
          <p:cNvPr id="3" name="Content Placeholder 2">
            <a:extLst>
              <a:ext uri="{FF2B5EF4-FFF2-40B4-BE49-F238E27FC236}">
                <a16:creationId xmlns:a16="http://schemas.microsoft.com/office/drawing/2014/main" id="{91E42D63-AAEE-F324-08DB-F2C00EE71D5D}"/>
              </a:ext>
            </a:extLst>
          </p:cNvPr>
          <p:cNvSpPr>
            <a:spLocks noGrp="1"/>
          </p:cNvSpPr>
          <p:nvPr>
            <p:ph type="body" sz="quarter" idx="10"/>
          </p:nvPr>
        </p:nvSpPr>
        <p:spPr>
          <a:xfrm>
            <a:off x="875420" y="1700808"/>
            <a:ext cx="9865096" cy="4608512"/>
          </a:xfrm>
        </p:spPr>
        <p:txBody>
          <a:bodyPr>
            <a:normAutofit/>
          </a:bodyPr>
          <a:lstStyle/>
          <a:p>
            <a:pPr marL="457200" indent="-457200" algn="l">
              <a:lnSpc>
                <a:spcPct val="150000"/>
              </a:lnSpc>
              <a:buFont typeface="+mj-lt"/>
              <a:buAutoNum type="arabicPeriod"/>
            </a:pPr>
            <a:r>
              <a:rPr lang="en-US" b="0" i="0" dirty="0">
                <a:solidFill>
                  <a:srgbClr val="000000"/>
                </a:solidFill>
                <a:effectLst/>
                <a:latin typeface="Garamond" panose="02020404030301010803" pitchFamily="18" charset="0"/>
              </a:rPr>
              <a:t>Comprehend why mockup/prototype design </a:t>
            </a:r>
            <a:r>
              <a:rPr lang="en-US" dirty="0">
                <a:solidFill>
                  <a:srgbClr val="000000"/>
                </a:solidFill>
                <a:latin typeface="Garamond" panose="02020404030301010803" pitchFamily="18" charset="0"/>
              </a:rPr>
              <a:t>can be an effective tool skills communicating your ideas</a:t>
            </a:r>
            <a:endParaRPr lang="en-US" b="0" i="0" dirty="0">
              <a:solidFill>
                <a:srgbClr val="000000"/>
              </a:solidFill>
              <a:effectLst/>
              <a:latin typeface="Garamond" panose="02020404030301010803" pitchFamily="18" charset="0"/>
            </a:endParaRPr>
          </a:p>
          <a:p>
            <a:pPr marL="457200" indent="-457200" algn="l">
              <a:lnSpc>
                <a:spcPct val="150000"/>
              </a:lnSpc>
              <a:buFont typeface="+mj-lt"/>
              <a:buAutoNum type="arabicPeriod"/>
            </a:pPr>
            <a:r>
              <a:rPr lang="en-US" b="0" i="0" dirty="0">
                <a:solidFill>
                  <a:srgbClr val="000000"/>
                </a:solidFill>
                <a:effectLst/>
                <a:latin typeface="Garamond" panose="02020404030301010803" pitchFamily="18" charset="0"/>
              </a:rPr>
              <a:t>Analyze how to bring your ideas into a tangible mockup design </a:t>
            </a:r>
          </a:p>
          <a:p>
            <a:pPr marL="457200" indent="-457200" algn="l">
              <a:lnSpc>
                <a:spcPct val="150000"/>
              </a:lnSpc>
              <a:buFont typeface="+mj-lt"/>
              <a:buAutoNum type="arabicPeriod"/>
            </a:pPr>
            <a:r>
              <a:rPr lang="en-US" b="0" i="0" dirty="0">
                <a:solidFill>
                  <a:srgbClr val="000000"/>
                </a:solidFill>
                <a:effectLst/>
                <a:latin typeface="Garamond" panose="02020404030301010803" pitchFamily="18" charset="0"/>
              </a:rPr>
              <a:t>Synthesize how to make use of the Figma design tool as a tool for the effective communication of your ideas</a:t>
            </a:r>
          </a:p>
          <a:p>
            <a:pPr marL="457200" indent="-457200" algn="l">
              <a:lnSpc>
                <a:spcPct val="150000"/>
              </a:lnSpc>
              <a:buFont typeface="+mj-lt"/>
              <a:buAutoNum type="arabicPeriod"/>
            </a:pPr>
            <a:r>
              <a:rPr lang="en-US" dirty="0">
                <a:latin typeface="Garamond" panose="02020404030301010803" pitchFamily="18" charset="0"/>
              </a:rPr>
              <a:t>Demonstrate effective visualization of solutions through Figma</a:t>
            </a:r>
          </a:p>
          <a:p>
            <a:endParaRPr lang="en-US" dirty="0">
              <a:latin typeface="Garamond" panose="02020404030301010803" pitchFamily="18" charset="0"/>
            </a:endParaRPr>
          </a:p>
          <a:p>
            <a:endParaRPr lang="en-US" dirty="0">
              <a:latin typeface="Garamond" panose="02020404030301010803" pitchFamily="18" charset="0"/>
            </a:endParaRPr>
          </a:p>
        </p:txBody>
      </p:sp>
    </p:spTree>
    <p:extLst>
      <p:ext uri="{BB962C8B-B14F-4D97-AF65-F5344CB8AC3E}">
        <p14:creationId xmlns:p14="http://schemas.microsoft.com/office/powerpoint/2010/main" val="148748497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WASPOLLED" val="A79145AC99644806834DDC90CF40D409"/>
  <p:tag name="TPVERSION" val="5"/>
  <p:tag name="TPFULLVERSION" val="5.4.1.2"/>
  <p:tag name="PPTVERSION" val="15"/>
  <p:tag name="TPOS" val="2"/>
</p:tagLst>
</file>

<file path=ppt/theme/theme1.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FIT1049FIT2003 Exampl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T1049FIT2003 Example.potx" id="{0959B5B8-E8A5-4555-AA4D-C08290C7CF2D}" vid="{ABCF4FDE-D506-4A71-A46B-6B46E85196E4}"/>
    </a:ext>
  </a:extLst>
</a:theme>
</file>

<file path=ppt/theme/theme3.xml><?xml version="1.0" encoding="utf-8"?>
<a:theme xmlns:a="http://schemas.openxmlformats.org/drawingml/2006/main" name="Title slide_1">
  <a:themeElements>
    <a:clrScheme name="Monash Colour Palette">
      <a:dk1>
        <a:sysClr val="windowText" lastClr="000000"/>
      </a:dk1>
      <a:lt1>
        <a:sysClr val="window" lastClr="FFFFFF"/>
      </a:lt1>
      <a:dk2>
        <a:srgbClr val="006DAE"/>
      </a:dk2>
      <a:lt2>
        <a:srgbClr val="939597"/>
      </a:lt2>
      <a:accent1>
        <a:srgbClr val="E3E5E5"/>
      </a:accent1>
      <a:accent2>
        <a:srgbClr val="ECECEC"/>
      </a:accent2>
      <a:accent3>
        <a:srgbClr val="FF002B"/>
      </a:accent3>
      <a:accent4>
        <a:srgbClr val="00AC3E"/>
      </a:accent4>
      <a:accent5>
        <a:srgbClr val="009FDA"/>
      </a:accent5>
      <a:accent6>
        <a:srgbClr val="8177E7"/>
      </a:accent6>
      <a:hlink>
        <a:srgbClr val="EE64A4"/>
      </a:hlink>
      <a:folHlink>
        <a:srgbClr val="FC622E"/>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IT1049FIT2003 Example.potx" id="{0959B5B8-E8A5-4555-AA4D-C08290C7CF2D}" vid="{1CAF005F-FBF3-4B11-82C1-1C7DCB010D35}"/>
    </a:ext>
  </a:extLst>
</a:theme>
</file>

<file path=ppt/theme/theme4.xml><?xml version="1.0" encoding="utf-8"?>
<a:theme xmlns:a="http://schemas.openxmlformats.org/drawingml/2006/main" name="Title slide_2">
  <a:themeElements>
    <a:clrScheme name="Monash Black">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IT1049FIT2003 Example.potx" id="{0959B5B8-E8A5-4555-AA4D-C08290C7CF2D}" vid="{1F24A3D9-D0FF-4975-8D16-82ED1789C46B}"/>
    </a:ext>
  </a:extLst>
</a:theme>
</file>

<file path=ppt/theme/theme5.xml><?xml version="1.0" encoding="utf-8"?>
<a:theme xmlns:a="http://schemas.openxmlformats.org/drawingml/2006/main" name="1_Standard slide">
  <a:themeElements>
    <a:clrScheme name="Monash University">
      <a:dk1>
        <a:srgbClr val="000000"/>
      </a:dk1>
      <a:lt1>
        <a:srgbClr val="FFFFFF"/>
      </a:lt1>
      <a:dk2>
        <a:srgbClr val="006DAE"/>
      </a:dk2>
      <a:lt2>
        <a:srgbClr val="CCCCCC"/>
      </a:lt2>
      <a:accent1>
        <a:srgbClr val="FF002B"/>
      </a:accent1>
      <a:accent2>
        <a:srgbClr val="FC622E"/>
      </a:accent2>
      <a:accent3>
        <a:srgbClr val="829356"/>
      </a:accent3>
      <a:accent4>
        <a:srgbClr val="00AC3E"/>
      </a:accent4>
      <a:accent5>
        <a:srgbClr val="009FDA"/>
      </a:accent5>
      <a:accent6>
        <a:srgbClr val="8177E7"/>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IT1049FIT2003 Example.potx" id="{0959B5B8-E8A5-4555-AA4D-C08290C7CF2D}" vid="{65D099FF-7EEB-48D5-A654-27F6622821DB}"/>
    </a:ext>
  </a:extLst>
</a:theme>
</file>

<file path=ppt/theme/theme6.xml><?xml version="1.0" encoding="utf-8"?>
<a:theme xmlns:a="http://schemas.openxmlformats.org/drawingml/2006/main" name="Section break 2">
  <a:themeElements>
    <a:clrScheme name="Monash Colour Palette">
      <a:dk1>
        <a:sysClr val="windowText" lastClr="000000"/>
      </a:dk1>
      <a:lt1>
        <a:sysClr val="window" lastClr="FFFFFF"/>
      </a:lt1>
      <a:dk2>
        <a:srgbClr val="006DAE"/>
      </a:dk2>
      <a:lt2>
        <a:srgbClr val="939597"/>
      </a:lt2>
      <a:accent1>
        <a:srgbClr val="E3E5E5"/>
      </a:accent1>
      <a:accent2>
        <a:srgbClr val="ECECEC"/>
      </a:accent2>
      <a:accent3>
        <a:srgbClr val="FF002B"/>
      </a:accent3>
      <a:accent4>
        <a:srgbClr val="00AC3E"/>
      </a:accent4>
      <a:accent5>
        <a:srgbClr val="009FDA"/>
      </a:accent5>
      <a:accent6>
        <a:srgbClr val="8177E7"/>
      </a:accent6>
      <a:hlink>
        <a:srgbClr val="EE64A4"/>
      </a:hlink>
      <a:folHlink>
        <a:srgbClr val="FC622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IT1049FIT2003 Example.potx" id="{0959B5B8-E8A5-4555-AA4D-C08290C7CF2D}" vid="{EB9E0C9F-7EAB-44D9-93D2-F31469C55EF3}"/>
    </a:ext>
  </a:extLst>
</a:theme>
</file>

<file path=ppt/theme/theme7.xml><?xml version="1.0" encoding="utf-8"?>
<a:theme xmlns:a="http://schemas.openxmlformats.org/drawingml/2006/main" name="Section break 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IT1049FIT2003 Example.potx" id="{0959B5B8-E8A5-4555-AA4D-C08290C7CF2D}" vid="{7DC990B3-0A3A-4A87-A7ED-8800B7104099}"/>
    </a:ext>
  </a:extLst>
</a:theme>
</file>

<file path=ppt/theme/theme8.xml><?xml version="1.0" encoding="utf-8"?>
<a:theme xmlns:a="http://schemas.openxmlformats.org/drawingml/2006/main" name="4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IT1049FIT2003 Example.potx" id="{0959B5B8-E8A5-4555-AA4D-C08290C7CF2D}" vid="{238EFAC0-BA05-4C15-A281-1AA3E7690AD0}"/>
    </a:ext>
  </a:extLst>
</a:theme>
</file>

<file path=ppt/theme/theme9.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56827</TotalTime>
  <Words>12960</Words>
  <Application>Microsoft Macintosh PowerPoint</Application>
  <PresentationFormat>Widescreen</PresentationFormat>
  <Paragraphs>697</Paragraphs>
  <Slides>45</Slides>
  <Notes>45</Notes>
  <HiddenSlides>0</HiddenSlides>
  <MMClips>5</MMClips>
  <ScaleCrop>false</ScaleCrop>
  <HeadingPairs>
    <vt:vector size="6" baseType="variant">
      <vt:variant>
        <vt:lpstr>Fonts Used</vt:lpstr>
      </vt:variant>
      <vt:variant>
        <vt:i4>7</vt:i4>
      </vt:variant>
      <vt:variant>
        <vt:lpstr>Theme</vt:lpstr>
      </vt:variant>
      <vt:variant>
        <vt:i4>8</vt:i4>
      </vt:variant>
      <vt:variant>
        <vt:lpstr>Slide Titles</vt:lpstr>
      </vt:variant>
      <vt:variant>
        <vt:i4>45</vt:i4>
      </vt:variant>
    </vt:vector>
  </HeadingPairs>
  <TitlesOfParts>
    <vt:vector size="60" baseType="lpstr">
      <vt:lpstr>Arial</vt:lpstr>
      <vt:lpstr>Calibri</vt:lpstr>
      <vt:lpstr>Arial Narrow</vt:lpstr>
      <vt:lpstr>Times New Roman</vt:lpstr>
      <vt:lpstr>Garamond</vt:lpstr>
      <vt:lpstr>Wingdings</vt:lpstr>
      <vt:lpstr>Calibri Light</vt:lpstr>
      <vt:lpstr>Custom Design</vt:lpstr>
      <vt:lpstr>FIT1049FIT2003 Example</vt:lpstr>
      <vt:lpstr>Title slide_1</vt:lpstr>
      <vt:lpstr>Title slide_2</vt:lpstr>
      <vt:lpstr>1_Standard slide</vt:lpstr>
      <vt:lpstr>Section break 2</vt:lpstr>
      <vt:lpstr>Section break 1</vt:lpstr>
      <vt:lpstr>4_Custom Design</vt:lpstr>
      <vt:lpstr>FIT1055: IT professional practice and Ethics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Monash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FIT1049-FIT2003 Lecture 1</dc:title>
  <dc:subject>FIT1049-FIT2003 Lecture 1</dc:subject>
  <dc:creator>annn</dc:creator>
  <cp:lastModifiedBy>nik nailah abdullah</cp:lastModifiedBy>
  <cp:revision>1371</cp:revision>
  <cp:lastPrinted>2019-03-04T05:36:01Z</cp:lastPrinted>
  <dcterms:created xsi:type="dcterms:W3CDTF">2008-07-14T07:08:14Z</dcterms:created>
  <dcterms:modified xsi:type="dcterms:W3CDTF">2026-05-03T12:02:46Z</dcterms:modified>
</cp:coreProperties>
</file>