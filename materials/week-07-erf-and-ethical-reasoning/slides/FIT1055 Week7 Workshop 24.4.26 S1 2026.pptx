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3.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4.xml" ContentType="application/vnd.openxmlformats-officedocument.theme+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5.xml" ContentType="application/vnd.openxmlformats-officedocument.theme+xml"/>
  <Override PartName="/ppt/slideLayouts/slideLayout34.xml" ContentType="application/vnd.openxmlformats-officedocument.presentationml.slideLayout+xml"/>
  <Override PartName="/ppt/theme/theme6.xml" ContentType="application/vnd.openxmlformats-officedocument.theme+xml"/>
  <Override PartName="/ppt/slideLayouts/slideLayout35.xml" ContentType="application/vnd.openxmlformats-officedocument.presentationml.slideLayout+xml"/>
  <Override PartName="/ppt/theme/theme7.xml" ContentType="application/vnd.openxmlformats-officedocument.theme+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theme/theme8.xml" ContentType="application/vnd.openxmlformats-officedocument.theme+xml"/>
  <Override PartName="/ppt/theme/theme9.xml" ContentType="application/vnd.openxmlformats-officedocument.theme+xml"/>
  <Override PartName="/ppt/theme/theme10.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9" r:id="rId1"/>
    <p:sldMasterId id="2147483751" r:id="rId2"/>
    <p:sldMasterId id="2147483763" r:id="rId3"/>
    <p:sldMasterId id="2147483766" r:id="rId4"/>
    <p:sldMasterId id="2147483769" r:id="rId5"/>
    <p:sldMasterId id="2147483776" r:id="rId6"/>
    <p:sldMasterId id="2147483778" r:id="rId7"/>
    <p:sldMasterId id="2147483780" r:id="rId8"/>
  </p:sldMasterIdLst>
  <p:notesMasterIdLst>
    <p:notesMasterId r:id="rId43"/>
  </p:notesMasterIdLst>
  <p:handoutMasterIdLst>
    <p:handoutMasterId r:id="rId44"/>
  </p:handoutMasterIdLst>
  <p:sldIdLst>
    <p:sldId id="531" r:id="rId9"/>
    <p:sldId id="748" r:id="rId10"/>
    <p:sldId id="1244" r:id="rId11"/>
    <p:sldId id="1245" r:id="rId12"/>
    <p:sldId id="1246" r:id="rId13"/>
    <p:sldId id="1247" r:id="rId14"/>
    <p:sldId id="1207" r:id="rId15"/>
    <p:sldId id="1225" r:id="rId16"/>
    <p:sldId id="1222" r:id="rId17"/>
    <p:sldId id="1105" r:id="rId18"/>
    <p:sldId id="1248" r:id="rId19"/>
    <p:sldId id="1250" r:id="rId20"/>
    <p:sldId id="1253" r:id="rId21"/>
    <p:sldId id="1254" r:id="rId22"/>
    <p:sldId id="1251" r:id="rId23"/>
    <p:sldId id="1255" r:id="rId24"/>
    <p:sldId id="1256" r:id="rId25"/>
    <p:sldId id="1259" r:id="rId26"/>
    <p:sldId id="1261" r:id="rId27"/>
    <p:sldId id="1268" r:id="rId28"/>
    <p:sldId id="1270" r:id="rId29"/>
    <p:sldId id="1242" r:id="rId30"/>
    <p:sldId id="1234" r:id="rId31"/>
    <p:sldId id="1180" r:id="rId32"/>
    <p:sldId id="1269" r:id="rId33"/>
    <p:sldId id="1228" r:id="rId34"/>
    <p:sldId id="1240" r:id="rId35"/>
    <p:sldId id="1235" r:id="rId36"/>
    <p:sldId id="1271" r:id="rId37"/>
    <p:sldId id="1272" r:id="rId38"/>
    <p:sldId id="1263" r:id="rId39"/>
    <p:sldId id="1267" r:id="rId40"/>
    <p:sldId id="1249" r:id="rId41"/>
    <p:sldId id="1266" r:id="rId42"/>
  </p:sldIdLst>
  <p:sldSz cx="12192000" cy="6858000"/>
  <p:notesSz cx="6805613" cy="9939338"/>
  <p:embeddedFontLst>
    <p:embeddedFont>
      <p:font typeface="Arial Narrow" panose="020B0604020202020204" pitchFamily="34" charset="0"/>
      <p:regular r:id="rId45"/>
      <p:bold r:id="rId46"/>
      <p:italic r:id="rId47"/>
      <p:boldItalic r:id="rId48"/>
    </p:embeddedFont>
    <p:embeddedFont>
      <p:font typeface="Garamond" panose="02020404030301010803" pitchFamily="18" charset="0"/>
      <p:regular r:id="rId49"/>
      <p:bold r:id="rId50"/>
      <p:italic r:id="rId51"/>
      <p:boldItalic r:id="rId52"/>
    </p:embeddedFont>
  </p:embeddedFontLst>
  <p:custDataLst>
    <p:tags r:id="rId53"/>
  </p:custDataLst>
  <p:defaultTextStyle>
    <a:defPPr>
      <a:defRPr lang="en-AU"/>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2" pos="7469" userDrawn="1">
          <p15:clr>
            <a:srgbClr val="A4A3A4"/>
          </p15:clr>
        </p15:guide>
        <p15:guide id="3" orient="horz" pos="216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 " initials="" lastIdx="1" clrIdx="0"/>
</p:cmAuthorLst>
</file>

<file path=ppt/presProps.xml><?xml version="1.0" encoding="utf-8"?>
<p:presentationPr xmlns:a="http://schemas.openxmlformats.org/drawingml/2006/main" xmlns:r="http://schemas.openxmlformats.org/officeDocument/2006/relationships" xmlns:p="http://schemas.openxmlformats.org/presentationml/2006/main">
  <p:prnPr prnWhat="handouts6" frameSlides="1"/>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5900"/>
    <a:srgbClr val="B0FF00"/>
    <a:srgbClr val="FFD808"/>
    <a:srgbClr val="FF9933"/>
    <a:srgbClr val="FF9900"/>
    <a:srgbClr val="66CCFF"/>
    <a:srgbClr val="89B9FF"/>
    <a:srgbClr val="FF0000"/>
    <a:srgbClr val="99FF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740" autoAdjust="0"/>
    <p:restoredTop sz="95952" autoAdjust="0"/>
  </p:normalViewPr>
  <p:slideViewPr>
    <p:cSldViewPr>
      <p:cViewPr>
        <p:scale>
          <a:sx n="109" d="100"/>
          <a:sy n="109" d="100"/>
        </p:scale>
        <p:origin x="416" y="144"/>
      </p:cViewPr>
      <p:guideLst>
        <p:guide pos="7469"/>
        <p:guide orient="horz" pos="2160"/>
      </p:guideLst>
    </p:cSldViewPr>
  </p:slideViewPr>
  <p:outlineViewPr>
    <p:cViewPr>
      <p:scale>
        <a:sx n="33" d="100"/>
        <a:sy n="33" d="100"/>
      </p:scale>
      <p:origin x="0" y="58718"/>
    </p:cViewPr>
  </p:outlineViewPr>
  <p:notesTextViewPr>
    <p:cViewPr>
      <p:scale>
        <a:sx n="100" d="100"/>
        <a:sy n="100" d="100"/>
      </p:scale>
      <p:origin x="0" y="0"/>
    </p:cViewPr>
  </p:notesTextViewPr>
  <p:sorterViewPr>
    <p:cViewPr varScale="1">
      <p:scale>
        <a:sx n="1" d="1"/>
        <a:sy n="1" d="1"/>
      </p:scale>
      <p:origin x="0" y="-942"/>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5.xml"/><Relationship Id="rId18" Type="http://schemas.openxmlformats.org/officeDocument/2006/relationships/slide" Target="slides/slide10.xml"/><Relationship Id="rId26" Type="http://schemas.openxmlformats.org/officeDocument/2006/relationships/slide" Target="slides/slide18.xml"/><Relationship Id="rId39" Type="http://schemas.openxmlformats.org/officeDocument/2006/relationships/slide" Target="slides/slide31.xml"/><Relationship Id="rId21" Type="http://schemas.openxmlformats.org/officeDocument/2006/relationships/slide" Target="slides/slide13.xml"/><Relationship Id="rId34" Type="http://schemas.openxmlformats.org/officeDocument/2006/relationships/slide" Target="slides/slide26.xml"/><Relationship Id="rId42" Type="http://schemas.openxmlformats.org/officeDocument/2006/relationships/slide" Target="slides/slide34.xml"/><Relationship Id="rId47" Type="http://schemas.openxmlformats.org/officeDocument/2006/relationships/font" Target="fonts/font3.fntdata"/><Relationship Id="rId50" Type="http://schemas.openxmlformats.org/officeDocument/2006/relationships/font" Target="fonts/font6.fntdata"/><Relationship Id="rId55" Type="http://schemas.openxmlformats.org/officeDocument/2006/relationships/presProps" Target="presProps.xml"/><Relationship Id="rId7" Type="http://schemas.openxmlformats.org/officeDocument/2006/relationships/slideMaster" Target="slideMasters/slideMaster7.xml"/><Relationship Id="rId2" Type="http://schemas.openxmlformats.org/officeDocument/2006/relationships/slideMaster" Target="slideMasters/slideMaster2.xml"/><Relationship Id="rId16" Type="http://schemas.openxmlformats.org/officeDocument/2006/relationships/slide" Target="slides/slide8.xml"/><Relationship Id="rId29" Type="http://schemas.openxmlformats.org/officeDocument/2006/relationships/slide" Target="slides/slide21.xml"/><Relationship Id="rId11" Type="http://schemas.openxmlformats.org/officeDocument/2006/relationships/slide" Target="slides/slide3.xml"/><Relationship Id="rId24" Type="http://schemas.openxmlformats.org/officeDocument/2006/relationships/slide" Target="slides/slide16.xml"/><Relationship Id="rId32" Type="http://schemas.openxmlformats.org/officeDocument/2006/relationships/slide" Target="slides/slide24.xml"/><Relationship Id="rId37" Type="http://schemas.openxmlformats.org/officeDocument/2006/relationships/slide" Target="slides/slide29.xml"/><Relationship Id="rId40" Type="http://schemas.openxmlformats.org/officeDocument/2006/relationships/slide" Target="slides/slide32.xml"/><Relationship Id="rId45" Type="http://schemas.openxmlformats.org/officeDocument/2006/relationships/font" Target="fonts/font1.fntdata"/><Relationship Id="rId53" Type="http://schemas.openxmlformats.org/officeDocument/2006/relationships/tags" Target="tags/tag1.xml"/><Relationship Id="rId58" Type="http://schemas.openxmlformats.org/officeDocument/2006/relationships/tableStyles" Target="tableStyles.xml"/><Relationship Id="rId5" Type="http://schemas.openxmlformats.org/officeDocument/2006/relationships/slideMaster" Target="slideMasters/slideMaster5.xml"/><Relationship Id="rId19" Type="http://schemas.openxmlformats.org/officeDocument/2006/relationships/slide" Target="slides/slide11.xml"/><Relationship Id="rId4" Type="http://schemas.openxmlformats.org/officeDocument/2006/relationships/slideMaster" Target="slideMasters/slideMaster4.xml"/><Relationship Id="rId9" Type="http://schemas.openxmlformats.org/officeDocument/2006/relationships/slide" Target="slides/slide1.xml"/><Relationship Id="rId14" Type="http://schemas.openxmlformats.org/officeDocument/2006/relationships/slide" Target="slides/slide6.xml"/><Relationship Id="rId22" Type="http://schemas.openxmlformats.org/officeDocument/2006/relationships/slide" Target="slides/slide14.xml"/><Relationship Id="rId27" Type="http://schemas.openxmlformats.org/officeDocument/2006/relationships/slide" Target="slides/slide19.xml"/><Relationship Id="rId30" Type="http://schemas.openxmlformats.org/officeDocument/2006/relationships/slide" Target="slides/slide22.xml"/><Relationship Id="rId35" Type="http://schemas.openxmlformats.org/officeDocument/2006/relationships/slide" Target="slides/slide27.xml"/><Relationship Id="rId43" Type="http://schemas.openxmlformats.org/officeDocument/2006/relationships/notesMaster" Target="notesMasters/notesMaster1.xml"/><Relationship Id="rId48" Type="http://schemas.openxmlformats.org/officeDocument/2006/relationships/font" Target="fonts/font4.fntdata"/><Relationship Id="rId56" Type="http://schemas.openxmlformats.org/officeDocument/2006/relationships/viewProps" Target="viewProps.xml"/><Relationship Id="rId8" Type="http://schemas.openxmlformats.org/officeDocument/2006/relationships/slideMaster" Target="slideMasters/slideMaster8.xml"/><Relationship Id="rId51" Type="http://schemas.openxmlformats.org/officeDocument/2006/relationships/font" Target="fonts/font7.fntdata"/><Relationship Id="rId3" Type="http://schemas.openxmlformats.org/officeDocument/2006/relationships/slideMaster" Target="slideMasters/slideMaster3.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slide" Target="slides/slide17.xml"/><Relationship Id="rId33" Type="http://schemas.openxmlformats.org/officeDocument/2006/relationships/slide" Target="slides/slide25.xml"/><Relationship Id="rId38" Type="http://schemas.openxmlformats.org/officeDocument/2006/relationships/slide" Target="slides/slide30.xml"/><Relationship Id="rId46" Type="http://schemas.openxmlformats.org/officeDocument/2006/relationships/font" Target="fonts/font2.fntdata"/><Relationship Id="rId20" Type="http://schemas.openxmlformats.org/officeDocument/2006/relationships/slide" Target="slides/slide12.xml"/><Relationship Id="rId41" Type="http://schemas.openxmlformats.org/officeDocument/2006/relationships/slide" Target="slides/slide33.xml"/><Relationship Id="rId54"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slide" Target="slides/slide20.xml"/><Relationship Id="rId36" Type="http://schemas.openxmlformats.org/officeDocument/2006/relationships/slide" Target="slides/slide28.xml"/><Relationship Id="rId49" Type="http://schemas.openxmlformats.org/officeDocument/2006/relationships/font" Target="fonts/font5.fntdata"/><Relationship Id="rId57" Type="http://schemas.openxmlformats.org/officeDocument/2006/relationships/theme" Target="theme/theme1.xml"/><Relationship Id="rId10" Type="http://schemas.openxmlformats.org/officeDocument/2006/relationships/slide" Target="slides/slide2.xml"/><Relationship Id="rId31" Type="http://schemas.openxmlformats.org/officeDocument/2006/relationships/slide" Target="slides/slide23.xml"/><Relationship Id="rId44" Type="http://schemas.openxmlformats.org/officeDocument/2006/relationships/handoutMaster" Target="handoutMasters/handoutMaster1.xml"/><Relationship Id="rId52" Type="http://schemas.openxmlformats.org/officeDocument/2006/relationships/font" Target="fonts/font8.fntdata"/></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10.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0946" name="Rectangle 2"/>
          <p:cNvSpPr>
            <a:spLocks noGrp="1" noChangeArrowheads="1"/>
          </p:cNvSpPr>
          <p:nvPr>
            <p:ph type="hdr" sz="quarter"/>
          </p:nvPr>
        </p:nvSpPr>
        <p:spPr bwMode="auto">
          <a:xfrm>
            <a:off x="4" y="2"/>
            <a:ext cx="2949395" cy="496311"/>
          </a:xfrm>
          <a:prstGeom prst="rect">
            <a:avLst/>
          </a:prstGeom>
          <a:noFill/>
          <a:ln w="9525">
            <a:noFill/>
            <a:miter lim="800000"/>
            <a:headEnd/>
            <a:tailEnd/>
          </a:ln>
          <a:effectLst/>
        </p:spPr>
        <p:txBody>
          <a:bodyPr vert="horz" wrap="square" lIns="94751" tIns="47375" rIns="94751" bIns="47375" numCol="1" anchor="t" anchorCtr="0" compatLnSpc="1">
            <a:prstTxWarp prst="textNoShape">
              <a:avLst/>
            </a:prstTxWarp>
          </a:bodyPr>
          <a:lstStyle>
            <a:lvl1pPr defTabSz="947717">
              <a:defRPr sz="1200">
                <a:cs typeface="+mn-cs"/>
              </a:defRPr>
            </a:lvl1pPr>
          </a:lstStyle>
          <a:p>
            <a:pPr>
              <a:defRPr/>
            </a:pPr>
            <a:endParaRPr lang="en-AU" dirty="0"/>
          </a:p>
        </p:txBody>
      </p:sp>
      <p:sp>
        <p:nvSpPr>
          <p:cNvPr id="210947" name="Rectangle 3"/>
          <p:cNvSpPr>
            <a:spLocks noGrp="1" noChangeArrowheads="1"/>
          </p:cNvSpPr>
          <p:nvPr>
            <p:ph type="dt" sz="quarter" idx="1"/>
          </p:nvPr>
        </p:nvSpPr>
        <p:spPr bwMode="auto">
          <a:xfrm>
            <a:off x="3854744" y="2"/>
            <a:ext cx="2949395" cy="496311"/>
          </a:xfrm>
          <a:prstGeom prst="rect">
            <a:avLst/>
          </a:prstGeom>
          <a:noFill/>
          <a:ln w="9525">
            <a:noFill/>
            <a:miter lim="800000"/>
            <a:headEnd/>
            <a:tailEnd/>
          </a:ln>
          <a:effectLst/>
        </p:spPr>
        <p:txBody>
          <a:bodyPr vert="horz" wrap="square" lIns="94751" tIns="47375" rIns="94751" bIns="47375" numCol="1" anchor="t" anchorCtr="0" compatLnSpc="1">
            <a:prstTxWarp prst="textNoShape">
              <a:avLst/>
            </a:prstTxWarp>
          </a:bodyPr>
          <a:lstStyle>
            <a:lvl1pPr algn="r" defTabSz="947717">
              <a:defRPr sz="1200">
                <a:cs typeface="+mn-cs"/>
              </a:defRPr>
            </a:lvl1pPr>
          </a:lstStyle>
          <a:p>
            <a:pPr>
              <a:defRPr/>
            </a:pPr>
            <a:endParaRPr lang="en-AU" dirty="0"/>
          </a:p>
        </p:txBody>
      </p:sp>
      <p:sp>
        <p:nvSpPr>
          <p:cNvPr id="210948" name="Rectangle 4"/>
          <p:cNvSpPr>
            <a:spLocks noGrp="1" noChangeArrowheads="1"/>
          </p:cNvSpPr>
          <p:nvPr>
            <p:ph type="ftr" sz="quarter" idx="2"/>
          </p:nvPr>
        </p:nvSpPr>
        <p:spPr bwMode="auto">
          <a:xfrm>
            <a:off x="4" y="9441387"/>
            <a:ext cx="2949395" cy="496311"/>
          </a:xfrm>
          <a:prstGeom prst="rect">
            <a:avLst/>
          </a:prstGeom>
          <a:noFill/>
          <a:ln w="9525">
            <a:noFill/>
            <a:miter lim="800000"/>
            <a:headEnd/>
            <a:tailEnd/>
          </a:ln>
          <a:effectLst/>
        </p:spPr>
        <p:txBody>
          <a:bodyPr vert="horz" wrap="square" lIns="94751" tIns="47375" rIns="94751" bIns="47375" numCol="1" anchor="b" anchorCtr="0" compatLnSpc="1">
            <a:prstTxWarp prst="textNoShape">
              <a:avLst/>
            </a:prstTxWarp>
          </a:bodyPr>
          <a:lstStyle>
            <a:lvl1pPr defTabSz="947717">
              <a:defRPr sz="1200">
                <a:cs typeface="+mn-cs"/>
              </a:defRPr>
            </a:lvl1pPr>
          </a:lstStyle>
          <a:p>
            <a:pPr>
              <a:defRPr/>
            </a:pPr>
            <a:endParaRPr lang="en-AU" dirty="0"/>
          </a:p>
        </p:txBody>
      </p:sp>
      <p:sp>
        <p:nvSpPr>
          <p:cNvPr id="210949" name="Rectangle 5"/>
          <p:cNvSpPr>
            <a:spLocks noGrp="1" noChangeArrowheads="1"/>
          </p:cNvSpPr>
          <p:nvPr>
            <p:ph type="sldNum" sz="quarter" idx="3"/>
          </p:nvPr>
        </p:nvSpPr>
        <p:spPr bwMode="auto">
          <a:xfrm>
            <a:off x="3854744" y="9441387"/>
            <a:ext cx="2949395" cy="496311"/>
          </a:xfrm>
          <a:prstGeom prst="rect">
            <a:avLst/>
          </a:prstGeom>
          <a:noFill/>
          <a:ln w="9525">
            <a:noFill/>
            <a:miter lim="800000"/>
            <a:headEnd/>
            <a:tailEnd/>
          </a:ln>
          <a:effectLst/>
        </p:spPr>
        <p:txBody>
          <a:bodyPr vert="horz" wrap="square" lIns="94751" tIns="47375" rIns="94751" bIns="47375" numCol="1" anchor="b" anchorCtr="0" compatLnSpc="1">
            <a:prstTxWarp prst="textNoShape">
              <a:avLst/>
            </a:prstTxWarp>
          </a:bodyPr>
          <a:lstStyle>
            <a:lvl1pPr algn="r" defTabSz="947717">
              <a:defRPr sz="1200">
                <a:cs typeface="+mn-cs"/>
              </a:defRPr>
            </a:lvl1pPr>
          </a:lstStyle>
          <a:p>
            <a:pPr>
              <a:defRPr/>
            </a:pPr>
            <a:fld id="{D6F4BC11-27CE-467A-8EFD-5CAC0396F796}" type="slidenum">
              <a:rPr lang="en-AU"/>
              <a:pPr>
                <a:defRPr/>
              </a:pPr>
              <a:t>‹#›</a:t>
            </a:fld>
            <a:endParaRPr lang="en-AU" dirty="0"/>
          </a:p>
        </p:txBody>
      </p:sp>
    </p:spTree>
    <p:extLst>
      <p:ext uri="{BB962C8B-B14F-4D97-AF65-F5344CB8AC3E}">
        <p14:creationId xmlns:p14="http://schemas.microsoft.com/office/powerpoint/2010/main" val="3674980274"/>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9.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866" name="Rectangle 2"/>
          <p:cNvSpPr>
            <a:spLocks noGrp="1" noChangeArrowheads="1"/>
          </p:cNvSpPr>
          <p:nvPr>
            <p:ph type="hdr" sz="quarter"/>
          </p:nvPr>
        </p:nvSpPr>
        <p:spPr bwMode="auto">
          <a:xfrm>
            <a:off x="4" y="2"/>
            <a:ext cx="2949395" cy="496311"/>
          </a:xfrm>
          <a:prstGeom prst="rect">
            <a:avLst/>
          </a:prstGeom>
          <a:noFill/>
          <a:ln w="9525">
            <a:noFill/>
            <a:miter lim="800000"/>
            <a:headEnd/>
            <a:tailEnd/>
          </a:ln>
          <a:effectLst/>
        </p:spPr>
        <p:txBody>
          <a:bodyPr vert="horz" wrap="square" lIns="94751" tIns="47375" rIns="94751" bIns="47375" numCol="1" anchor="t" anchorCtr="0" compatLnSpc="1">
            <a:prstTxWarp prst="textNoShape">
              <a:avLst/>
            </a:prstTxWarp>
          </a:bodyPr>
          <a:lstStyle>
            <a:lvl1pPr defTabSz="947717">
              <a:defRPr sz="1200">
                <a:cs typeface="+mn-cs"/>
              </a:defRPr>
            </a:lvl1pPr>
          </a:lstStyle>
          <a:p>
            <a:pPr>
              <a:defRPr/>
            </a:pPr>
            <a:endParaRPr lang="en-AU" dirty="0"/>
          </a:p>
        </p:txBody>
      </p:sp>
      <p:sp>
        <p:nvSpPr>
          <p:cNvPr id="36867" name="Rectangle 3"/>
          <p:cNvSpPr>
            <a:spLocks noGrp="1" noChangeArrowheads="1"/>
          </p:cNvSpPr>
          <p:nvPr>
            <p:ph type="dt" idx="1"/>
          </p:nvPr>
        </p:nvSpPr>
        <p:spPr bwMode="auto">
          <a:xfrm>
            <a:off x="3854744" y="2"/>
            <a:ext cx="2949395" cy="496311"/>
          </a:xfrm>
          <a:prstGeom prst="rect">
            <a:avLst/>
          </a:prstGeom>
          <a:noFill/>
          <a:ln w="9525">
            <a:noFill/>
            <a:miter lim="800000"/>
            <a:headEnd/>
            <a:tailEnd/>
          </a:ln>
          <a:effectLst/>
        </p:spPr>
        <p:txBody>
          <a:bodyPr vert="horz" wrap="square" lIns="94751" tIns="47375" rIns="94751" bIns="47375" numCol="1" anchor="t" anchorCtr="0" compatLnSpc="1">
            <a:prstTxWarp prst="textNoShape">
              <a:avLst/>
            </a:prstTxWarp>
          </a:bodyPr>
          <a:lstStyle>
            <a:lvl1pPr algn="r" defTabSz="947717">
              <a:defRPr sz="1200">
                <a:cs typeface="+mn-cs"/>
              </a:defRPr>
            </a:lvl1pPr>
          </a:lstStyle>
          <a:p>
            <a:pPr>
              <a:defRPr/>
            </a:pPr>
            <a:endParaRPr lang="en-AU" dirty="0"/>
          </a:p>
        </p:txBody>
      </p:sp>
      <p:sp>
        <p:nvSpPr>
          <p:cNvPr id="41988" name="Rectangle 4"/>
          <p:cNvSpPr>
            <a:spLocks noGrp="1" noRot="1" noChangeAspect="1" noChangeArrowheads="1" noTextEdit="1"/>
          </p:cNvSpPr>
          <p:nvPr>
            <p:ph type="sldImg" idx="2"/>
          </p:nvPr>
        </p:nvSpPr>
        <p:spPr bwMode="auto">
          <a:xfrm>
            <a:off x="88900" y="744538"/>
            <a:ext cx="6627813" cy="3729037"/>
          </a:xfrm>
          <a:prstGeom prst="rect">
            <a:avLst/>
          </a:prstGeom>
          <a:noFill/>
          <a:ln w="9525">
            <a:solidFill>
              <a:srgbClr val="000000"/>
            </a:solidFill>
            <a:miter lim="800000"/>
            <a:headEnd/>
            <a:tailEnd/>
          </a:ln>
        </p:spPr>
      </p:sp>
      <p:sp>
        <p:nvSpPr>
          <p:cNvPr id="36869" name="Rectangle 5"/>
          <p:cNvSpPr>
            <a:spLocks noGrp="1" noChangeArrowheads="1"/>
          </p:cNvSpPr>
          <p:nvPr>
            <p:ph type="body" sz="quarter" idx="3"/>
          </p:nvPr>
        </p:nvSpPr>
        <p:spPr bwMode="auto">
          <a:xfrm>
            <a:off x="680857" y="4721517"/>
            <a:ext cx="5443900" cy="4473359"/>
          </a:xfrm>
          <a:prstGeom prst="rect">
            <a:avLst/>
          </a:prstGeom>
          <a:noFill/>
          <a:ln w="9525">
            <a:noFill/>
            <a:miter lim="800000"/>
            <a:headEnd/>
            <a:tailEnd/>
          </a:ln>
          <a:effectLst/>
        </p:spPr>
        <p:txBody>
          <a:bodyPr vert="horz" wrap="square" lIns="94751" tIns="47375" rIns="94751" bIns="47375" numCol="1" anchor="t" anchorCtr="0" compatLnSpc="1">
            <a:prstTxWarp prst="textNoShape">
              <a:avLst/>
            </a:prstTxWarp>
          </a:bodyPr>
          <a:lstStyle/>
          <a:p>
            <a:pPr lvl="0"/>
            <a:r>
              <a:rPr lang="en-AU" noProof="0"/>
              <a:t>Click to edit Master text styles</a:t>
            </a:r>
          </a:p>
          <a:p>
            <a:pPr lvl="1"/>
            <a:r>
              <a:rPr lang="en-AU" noProof="0"/>
              <a:t>Second level</a:t>
            </a:r>
          </a:p>
          <a:p>
            <a:pPr lvl="2"/>
            <a:r>
              <a:rPr lang="en-AU" noProof="0"/>
              <a:t>Third level</a:t>
            </a:r>
          </a:p>
          <a:p>
            <a:pPr lvl="3"/>
            <a:r>
              <a:rPr lang="en-AU" noProof="0"/>
              <a:t>Fourth level</a:t>
            </a:r>
          </a:p>
          <a:p>
            <a:pPr lvl="4"/>
            <a:r>
              <a:rPr lang="en-AU" noProof="0"/>
              <a:t>Fifth level</a:t>
            </a:r>
          </a:p>
        </p:txBody>
      </p:sp>
      <p:sp>
        <p:nvSpPr>
          <p:cNvPr id="36870" name="Rectangle 6"/>
          <p:cNvSpPr>
            <a:spLocks noGrp="1" noChangeArrowheads="1"/>
          </p:cNvSpPr>
          <p:nvPr>
            <p:ph type="ftr" sz="quarter" idx="4"/>
          </p:nvPr>
        </p:nvSpPr>
        <p:spPr bwMode="auto">
          <a:xfrm>
            <a:off x="4" y="9441387"/>
            <a:ext cx="2949395" cy="496311"/>
          </a:xfrm>
          <a:prstGeom prst="rect">
            <a:avLst/>
          </a:prstGeom>
          <a:noFill/>
          <a:ln w="9525">
            <a:noFill/>
            <a:miter lim="800000"/>
            <a:headEnd/>
            <a:tailEnd/>
          </a:ln>
          <a:effectLst/>
        </p:spPr>
        <p:txBody>
          <a:bodyPr vert="horz" wrap="square" lIns="94751" tIns="47375" rIns="94751" bIns="47375" numCol="1" anchor="b" anchorCtr="0" compatLnSpc="1">
            <a:prstTxWarp prst="textNoShape">
              <a:avLst/>
            </a:prstTxWarp>
          </a:bodyPr>
          <a:lstStyle>
            <a:lvl1pPr defTabSz="947717">
              <a:defRPr sz="1200">
                <a:cs typeface="+mn-cs"/>
              </a:defRPr>
            </a:lvl1pPr>
          </a:lstStyle>
          <a:p>
            <a:pPr>
              <a:defRPr/>
            </a:pPr>
            <a:endParaRPr lang="en-AU" dirty="0"/>
          </a:p>
        </p:txBody>
      </p:sp>
      <p:sp>
        <p:nvSpPr>
          <p:cNvPr id="36871" name="Rectangle 7"/>
          <p:cNvSpPr>
            <a:spLocks noGrp="1" noChangeArrowheads="1"/>
          </p:cNvSpPr>
          <p:nvPr>
            <p:ph type="sldNum" sz="quarter" idx="5"/>
          </p:nvPr>
        </p:nvSpPr>
        <p:spPr bwMode="auto">
          <a:xfrm>
            <a:off x="3854744" y="9441387"/>
            <a:ext cx="2949395" cy="496311"/>
          </a:xfrm>
          <a:prstGeom prst="rect">
            <a:avLst/>
          </a:prstGeom>
          <a:noFill/>
          <a:ln w="9525">
            <a:noFill/>
            <a:miter lim="800000"/>
            <a:headEnd/>
            <a:tailEnd/>
          </a:ln>
          <a:effectLst/>
        </p:spPr>
        <p:txBody>
          <a:bodyPr vert="horz" wrap="square" lIns="94751" tIns="47375" rIns="94751" bIns="47375" numCol="1" anchor="b" anchorCtr="0" compatLnSpc="1">
            <a:prstTxWarp prst="textNoShape">
              <a:avLst/>
            </a:prstTxWarp>
          </a:bodyPr>
          <a:lstStyle>
            <a:lvl1pPr algn="r" defTabSz="947717">
              <a:defRPr sz="1200">
                <a:cs typeface="+mn-cs"/>
              </a:defRPr>
            </a:lvl1pPr>
          </a:lstStyle>
          <a:p>
            <a:pPr>
              <a:defRPr/>
            </a:pPr>
            <a:fld id="{D88EB2CA-45D1-42A0-A762-9254DBFB78C5}" type="slidenum">
              <a:rPr lang="en-AU"/>
              <a:pPr>
                <a:defRPr/>
              </a:pPr>
              <a:t>‹#›</a:t>
            </a:fld>
            <a:endParaRPr lang="en-AU" dirty="0"/>
          </a:p>
        </p:txBody>
      </p:sp>
    </p:spTree>
    <p:extLst>
      <p:ext uri="{BB962C8B-B14F-4D97-AF65-F5344CB8AC3E}">
        <p14:creationId xmlns:p14="http://schemas.microsoft.com/office/powerpoint/2010/main" val="1033194545"/>
      </p:ext>
    </p:extLst>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8900" y="744538"/>
            <a:ext cx="6627813" cy="3729037"/>
          </a:xfrm>
        </p:spPr>
      </p:sp>
      <p:sp>
        <p:nvSpPr>
          <p:cNvPr id="3" name="Notes Placeholder 2"/>
          <p:cNvSpPr>
            <a:spLocks noGrp="1"/>
          </p:cNvSpPr>
          <p:nvPr>
            <p:ph type="body" idx="1"/>
          </p:nvPr>
        </p:nvSpPr>
        <p:spPr/>
        <p:txBody>
          <a:bodyPr/>
          <a:lstStyle/>
          <a:p>
            <a:endParaRPr lang="en-US" sz="1200" u="none" kern="1200" baseline="0" dirty="0">
              <a:solidFill>
                <a:schemeClr val="tx1"/>
              </a:solidFill>
              <a:latin typeface="Arial" charset="0"/>
              <a:ea typeface="+mn-ea"/>
              <a:cs typeface="+mn-cs"/>
            </a:endParaRPr>
          </a:p>
        </p:txBody>
      </p:sp>
    </p:spTree>
    <p:extLst>
      <p:ext uri="{BB962C8B-B14F-4D97-AF65-F5344CB8AC3E}">
        <p14:creationId xmlns:p14="http://schemas.microsoft.com/office/powerpoint/2010/main" val="12315812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8900" y="744538"/>
            <a:ext cx="6627813" cy="3729037"/>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4069129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0BA98D-6082-9BB3-212D-3F6A130718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007AC0-3FB6-B3A4-A898-1CD69B967B30}"/>
              </a:ext>
            </a:extLst>
          </p:cNvPr>
          <p:cNvSpPr>
            <a:spLocks noGrp="1" noRot="1" noChangeAspect="1"/>
          </p:cNvSpPr>
          <p:nvPr>
            <p:ph type="sldImg"/>
          </p:nvPr>
        </p:nvSpPr>
        <p:spPr>
          <a:xfrm>
            <a:off x="88900" y="744538"/>
            <a:ext cx="6627813" cy="3729037"/>
          </a:xfrm>
        </p:spPr>
      </p:sp>
      <p:sp>
        <p:nvSpPr>
          <p:cNvPr id="3" name="Notes Placeholder 2">
            <a:extLst>
              <a:ext uri="{FF2B5EF4-FFF2-40B4-BE49-F238E27FC236}">
                <a16:creationId xmlns:a16="http://schemas.microsoft.com/office/drawing/2014/main" id="{98872B2D-F70D-C649-78E2-F32EFD4473C3}"/>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2841474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831DCA-852F-55D9-1E67-9F6911A9F3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4D7228-84C6-D71F-FAC1-2D15E28521F4}"/>
              </a:ext>
            </a:extLst>
          </p:cNvPr>
          <p:cNvSpPr>
            <a:spLocks noGrp="1" noRot="1" noChangeAspect="1"/>
          </p:cNvSpPr>
          <p:nvPr>
            <p:ph type="sldImg"/>
          </p:nvPr>
        </p:nvSpPr>
        <p:spPr>
          <a:xfrm>
            <a:off x="88900" y="744538"/>
            <a:ext cx="6627813" cy="3729037"/>
          </a:xfrm>
        </p:spPr>
      </p:sp>
      <p:sp>
        <p:nvSpPr>
          <p:cNvPr id="3" name="Notes Placeholder 2">
            <a:extLst>
              <a:ext uri="{FF2B5EF4-FFF2-40B4-BE49-F238E27FC236}">
                <a16:creationId xmlns:a16="http://schemas.microsoft.com/office/drawing/2014/main" id="{2DEBE264-7B6C-D600-7ABA-06378D607BEE}"/>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0112686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DC3C25-0689-1056-1FB4-453FF40182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2C1640-EDAA-AB50-4562-C0063AA39796}"/>
              </a:ext>
            </a:extLst>
          </p:cNvPr>
          <p:cNvSpPr>
            <a:spLocks noGrp="1" noRot="1" noChangeAspect="1"/>
          </p:cNvSpPr>
          <p:nvPr>
            <p:ph type="sldImg"/>
          </p:nvPr>
        </p:nvSpPr>
        <p:spPr>
          <a:xfrm>
            <a:off x="88900" y="744538"/>
            <a:ext cx="6627813" cy="3729037"/>
          </a:xfrm>
        </p:spPr>
      </p:sp>
      <p:sp>
        <p:nvSpPr>
          <p:cNvPr id="3" name="Notes Placeholder 2">
            <a:extLst>
              <a:ext uri="{FF2B5EF4-FFF2-40B4-BE49-F238E27FC236}">
                <a16:creationId xmlns:a16="http://schemas.microsoft.com/office/drawing/2014/main" id="{B57ED2A0-2B76-2612-5BE6-7E56BEB305FA}"/>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03298542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CA3311-EBC7-5566-6FEA-C5E52F50BF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D2AE19-01CD-B6DB-CA25-60AE3CE2E084}"/>
              </a:ext>
            </a:extLst>
          </p:cNvPr>
          <p:cNvSpPr>
            <a:spLocks noGrp="1" noRot="1" noChangeAspect="1"/>
          </p:cNvSpPr>
          <p:nvPr>
            <p:ph type="sldImg"/>
          </p:nvPr>
        </p:nvSpPr>
        <p:spPr>
          <a:xfrm>
            <a:off x="88900" y="744538"/>
            <a:ext cx="6627813" cy="3729037"/>
          </a:xfrm>
        </p:spPr>
      </p:sp>
      <p:sp>
        <p:nvSpPr>
          <p:cNvPr id="3" name="Notes Placeholder 2">
            <a:extLst>
              <a:ext uri="{FF2B5EF4-FFF2-40B4-BE49-F238E27FC236}">
                <a16:creationId xmlns:a16="http://schemas.microsoft.com/office/drawing/2014/main" id="{7412D7A4-13BF-28B1-059E-4BD41F43AA5C}"/>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01002657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62EF35-0DA1-45BD-A2BD-40DA389F42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6A4162-CBA6-BEA3-5A90-76D1E38F78F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E8C067-1BD1-B4DC-73CC-74663262254D}"/>
              </a:ext>
            </a:extLst>
          </p:cNvPr>
          <p:cNvSpPr>
            <a:spLocks noGrp="1"/>
          </p:cNvSpPr>
          <p:nvPr>
            <p:ph type="body" idx="1"/>
          </p:nvPr>
        </p:nvSpPr>
        <p:spPr/>
        <p:txBody>
          <a:bodyPr/>
          <a:lstStyle/>
          <a:p>
            <a:endParaRPr lang="en-MY"/>
          </a:p>
        </p:txBody>
      </p:sp>
    </p:spTree>
    <p:extLst>
      <p:ext uri="{BB962C8B-B14F-4D97-AF65-F5344CB8AC3E}">
        <p14:creationId xmlns:p14="http://schemas.microsoft.com/office/powerpoint/2010/main" val="426676676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207338-2521-7DA2-5DCA-9000B8E58C9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C8E026-B344-C72B-8454-FCDD3C90DC0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60CBF8-73CF-C3DD-B4C3-C1938759FFA5}"/>
              </a:ext>
            </a:extLst>
          </p:cNvPr>
          <p:cNvSpPr>
            <a:spLocks noGrp="1"/>
          </p:cNvSpPr>
          <p:nvPr>
            <p:ph type="body" idx="1"/>
          </p:nvPr>
        </p:nvSpPr>
        <p:spPr/>
        <p:txBody>
          <a:bodyPr/>
          <a:lstStyle/>
          <a:p>
            <a:endParaRPr lang="en-MY"/>
          </a:p>
        </p:txBody>
      </p:sp>
    </p:spTree>
    <p:extLst>
      <p:ext uri="{BB962C8B-B14F-4D97-AF65-F5344CB8AC3E}">
        <p14:creationId xmlns:p14="http://schemas.microsoft.com/office/powerpoint/2010/main" val="29965055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2EE1D1-CBA7-B4E8-5715-86841EF61F6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1DB11F-A1EC-0364-CA4F-AFA74373A0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6DF844-CC15-149E-CD56-FF3BF5A3A7B4}"/>
              </a:ext>
            </a:extLst>
          </p:cNvPr>
          <p:cNvSpPr>
            <a:spLocks noGrp="1"/>
          </p:cNvSpPr>
          <p:nvPr>
            <p:ph type="body" idx="1"/>
          </p:nvPr>
        </p:nvSpPr>
        <p:spPr/>
        <p:txBody>
          <a:bodyPr/>
          <a:lstStyle/>
          <a:p>
            <a:endParaRPr lang="en-MY"/>
          </a:p>
        </p:txBody>
      </p:sp>
    </p:spTree>
    <p:extLst>
      <p:ext uri="{BB962C8B-B14F-4D97-AF65-F5344CB8AC3E}">
        <p14:creationId xmlns:p14="http://schemas.microsoft.com/office/powerpoint/2010/main" val="45538327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a:p>
        </p:txBody>
      </p:sp>
    </p:spTree>
    <p:extLst>
      <p:ext uri="{BB962C8B-B14F-4D97-AF65-F5344CB8AC3E}">
        <p14:creationId xmlns:p14="http://schemas.microsoft.com/office/powerpoint/2010/main" val="186932587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9F853-760A-DB0D-8B91-77D0382CC12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EF4F20-7F37-2851-F8C8-A0DFFB8484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FBD7835-C006-82BF-39C1-0165EC5500A7}"/>
              </a:ext>
            </a:extLst>
          </p:cNvPr>
          <p:cNvSpPr>
            <a:spLocks noGrp="1"/>
          </p:cNvSpPr>
          <p:nvPr>
            <p:ph type="body" idx="1"/>
          </p:nvPr>
        </p:nvSpPr>
        <p:spPr/>
        <p:txBody>
          <a:bodyPr/>
          <a:lstStyle/>
          <a:p>
            <a:endParaRPr lang="en-MY"/>
          </a:p>
        </p:txBody>
      </p:sp>
    </p:spTree>
    <p:extLst>
      <p:ext uri="{BB962C8B-B14F-4D97-AF65-F5344CB8AC3E}">
        <p14:creationId xmlns:p14="http://schemas.microsoft.com/office/powerpoint/2010/main" val="185637857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F538E5-E542-615A-CAB6-2AEDA28A52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D669A2-FE0D-802E-AA04-188E3AF69F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3B90C75-F219-C107-EF5F-89C7011F0B3E}"/>
              </a:ext>
            </a:extLst>
          </p:cNvPr>
          <p:cNvSpPr>
            <a:spLocks noGrp="1"/>
          </p:cNvSpPr>
          <p:nvPr>
            <p:ph type="body" idx="1"/>
          </p:nvPr>
        </p:nvSpPr>
        <p:spPr/>
        <p:txBody>
          <a:bodyPr/>
          <a:lstStyle/>
          <a:p>
            <a:endParaRPr lang="en-MY"/>
          </a:p>
        </p:txBody>
      </p:sp>
    </p:spTree>
    <p:extLst>
      <p:ext uri="{BB962C8B-B14F-4D97-AF65-F5344CB8AC3E}">
        <p14:creationId xmlns:p14="http://schemas.microsoft.com/office/powerpoint/2010/main" val="194698901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297676-C6B5-3DE7-C653-7D632FA5F0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8EE494-66ED-FFAB-1C72-4E15F76E197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75F8529-27C3-3D66-9BF6-C2F3DB12BB96}"/>
              </a:ext>
            </a:extLst>
          </p:cNvPr>
          <p:cNvSpPr>
            <a:spLocks noGrp="1"/>
          </p:cNvSpPr>
          <p:nvPr>
            <p:ph type="body" idx="1"/>
          </p:nvPr>
        </p:nvSpPr>
        <p:spPr/>
        <p:txBody>
          <a:bodyPr/>
          <a:lstStyle/>
          <a:p>
            <a:endParaRPr lang="en-MY"/>
          </a:p>
        </p:txBody>
      </p:sp>
    </p:spTree>
    <p:extLst>
      <p:ext uri="{BB962C8B-B14F-4D97-AF65-F5344CB8AC3E}">
        <p14:creationId xmlns:p14="http://schemas.microsoft.com/office/powerpoint/2010/main" val="417379385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EC4F7C-1430-572B-B00A-5450785F33E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A87FA1-3562-E39D-C53D-E68A50EF86B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BF5BF11-8DFB-CE8F-3CF5-6ABC57A91E91}"/>
              </a:ext>
            </a:extLst>
          </p:cNvPr>
          <p:cNvSpPr>
            <a:spLocks noGrp="1"/>
          </p:cNvSpPr>
          <p:nvPr>
            <p:ph type="body" idx="1"/>
          </p:nvPr>
        </p:nvSpPr>
        <p:spPr/>
        <p:txBody>
          <a:bodyPr/>
          <a:lstStyle/>
          <a:p>
            <a:endParaRPr lang="en-MY"/>
          </a:p>
        </p:txBody>
      </p:sp>
    </p:spTree>
    <p:extLst>
      <p:ext uri="{BB962C8B-B14F-4D97-AF65-F5344CB8AC3E}">
        <p14:creationId xmlns:p14="http://schemas.microsoft.com/office/powerpoint/2010/main" val="193327750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D09214-7803-C3A9-C39E-DC1B4BA2DD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975E6B-A885-89E5-3A59-98743F02433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408547-8E04-F134-48AE-8F2125884F14}"/>
              </a:ext>
            </a:extLst>
          </p:cNvPr>
          <p:cNvSpPr>
            <a:spLocks noGrp="1"/>
          </p:cNvSpPr>
          <p:nvPr>
            <p:ph type="body" idx="1"/>
          </p:nvPr>
        </p:nvSpPr>
        <p:spPr/>
        <p:txBody>
          <a:bodyPr/>
          <a:lstStyle/>
          <a:p>
            <a:endParaRPr lang="en-MY"/>
          </a:p>
        </p:txBody>
      </p:sp>
    </p:spTree>
    <p:extLst>
      <p:ext uri="{BB962C8B-B14F-4D97-AF65-F5344CB8AC3E}">
        <p14:creationId xmlns:p14="http://schemas.microsoft.com/office/powerpoint/2010/main" val="267994615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163623-8079-D67A-BB26-BBD1D0C78B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DFC7D8-4555-BC11-3783-0E6840DDD2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777F45D-DCFA-0568-72FE-9CF3E10340C8}"/>
              </a:ext>
            </a:extLst>
          </p:cNvPr>
          <p:cNvSpPr>
            <a:spLocks noGrp="1"/>
          </p:cNvSpPr>
          <p:nvPr>
            <p:ph type="body" idx="1"/>
          </p:nvPr>
        </p:nvSpPr>
        <p:spPr/>
        <p:txBody>
          <a:bodyPr/>
          <a:lstStyle/>
          <a:p>
            <a:endParaRPr lang="en-MY"/>
          </a:p>
        </p:txBody>
      </p:sp>
    </p:spTree>
    <p:extLst>
      <p:ext uri="{BB962C8B-B14F-4D97-AF65-F5344CB8AC3E}">
        <p14:creationId xmlns:p14="http://schemas.microsoft.com/office/powerpoint/2010/main" val="37049974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270E50-8D03-4922-3903-9402101F69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E40715-8C58-1DC6-92DB-4947C892B78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5CE4497-5C46-C446-AFB1-EBA01EC2410B}"/>
              </a:ext>
            </a:extLst>
          </p:cNvPr>
          <p:cNvSpPr>
            <a:spLocks noGrp="1"/>
          </p:cNvSpPr>
          <p:nvPr>
            <p:ph type="body" idx="1"/>
          </p:nvPr>
        </p:nvSpPr>
        <p:spPr/>
        <p:txBody>
          <a:bodyPr/>
          <a:lstStyle/>
          <a:p>
            <a:endParaRPr lang="en-MY"/>
          </a:p>
        </p:txBody>
      </p:sp>
    </p:spTree>
    <p:extLst>
      <p:ext uri="{BB962C8B-B14F-4D97-AF65-F5344CB8AC3E}">
        <p14:creationId xmlns:p14="http://schemas.microsoft.com/office/powerpoint/2010/main" val="392757531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8CDA42-A33D-4862-F953-D84B960560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2B6B20-E342-D624-12A6-CE6309148C1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1FE39F-1A02-893C-F065-53161C91AC15}"/>
              </a:ext>
            </a:extLst>
          </p:cNvPr>
          <p:cNvSpPr>
            <a:spLocks noGrp="1"/>
          </p:cNvSpPr>
          <p:nvPr>
            <p:ph type="body" idx="1"/>
          </p:nvPr>
        </p:nvSpPr>
        <p:spPr/>
        <p:txBody>
          <a:bodyPr/>
          <a:lstStyle/>
          <a:p>
            <a:endParaRPr lang="en-MY"/>
          </a:p>
        </p:txBody>
      </p:sp>
    </p:spTree>
    <p:extLst>
      <p:ext uri="{BB962C8B-B14F-4D97-AF65-F5344CB8AC3E}">
        <p14:creationId xmlns:p14="http://schemas.microsoft.com/office/powerpoint/2010/main" val="214099418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7C0EE0-68AE-E6F0-1D13-1E552E4613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BF9FD1-62FF-B59E-2823-FCC162CEE89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551804E-01FB-C157-4AAB-E8185539271D}"/>
              </a:ext>
            </a:extLst>
          </p:cNvPr>
          <p:cNvSpPr>
            <a:spLocks noGrp="1"/>
          </p:cNvSpPr>
          <p:nvPr>
            <p:ph type="body" idx="1"/>
          </p:nvPr>
        </p:nvSpPr>
        <p:spPr/>
        <p:txBody>
          <a:bodyPr/>
          <a:lstStyle/>
          <a:p>
            <a:endParaRPr lang="en-MY"/>
          </a:p>
        </p:txBody>
      </p:sp>
    </p:spTree>
    <p:extLst>
      <p:ext uri="{BB962C8B-B14F-4D97-AF65-F5344CB8AC3E}">
        <p14:creationId xmlns:p14="http://schemas.microsoft.com/office/powerpoint/2010/main" val="49974373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935D96-EDE2-A690-B6D6-138C008BC6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75B104-07EC-4EF8-205D-503B10A2D3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D19E9E7-EFFE-58A1-A72F-A0E58A71E876}"/>
              </a:ext>
            </a:extLst>
          </p:cNvPr>
          <p:cNvSpPr>
            <a:spLocks noGrp="1"/>
          </p:cNvSpPr>
          <p:nvPr>
            <p:ph type="body" idx="1"/>
          </p:nvPr>
        </p:nvSpPr>
        <p:spPr/>
        <p:txBody>
          <a:bodyPr/>
          <a:lstStyle/>
          <a:p>
            <a:endParaRPr lang="en-MY"/>
          </a:p>
        </p:txBody>
      </p:sp>
    </p:spTree>
    <p:extLst>
      <p:ext uri="{BB962C8B-B14F-4D97-AF65-F5344CB8AC3E}">
        <p14:creationId xmlns:p14="http://schemas.microsoft.com/office/powerpoint/2010/main" val="80560292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97B5EB-29D2-CC74-73CF-86CB1CD0D8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D84C7B6-BC21-C285-7C8A-ACA019B7F9D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C1CCBE-DD4C-E30B-3E9C-3725E48E0504}"/>
              </a:ext>
            </a:extLst>
          </p:cNvPr>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MY" dirty="0"/>
              <a:t>First quiz link: https://</a:t>
            </a:r>
            <a:r>
              <a:rPr lang="en-MY" dirty="0" err="1"/>
              <a:t>wayground.com</a:t>
            </a:r>
            <a:r>
              <a:rPr lang="en-MY" dirty="0"/>
              <a:t>/admin/quiz/67ac18bebb722721ff5a2b91</a:t>
            </a:r>
          </a:p>
          <a:p>
            <a:endParaRPr lang="en-MY" dirty="0"/>
          </a:p>
        </p:txBody>
      </p:sp>
    </p:spTree>
    <p:extLst>
      <p:ext uri="{BB962C8B-B14F-4D97-AF65-F5344CB8AC3E}">
        <p14:creationId xmlns:p14="http://schemas.microsoft.com/office/powerpoint/2010/main" val="274412291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2CD80C-A6FD-4B71-AD94-8ED056C200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BA5E55-5D54-BBD7-3D61-EFB38E1F1C1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5BBE546-07AB-5652-0A6C-C66F97881249}"/>
              </a:ext>
            </a:extLst>
          </p:cNvPr>
          <p:cNvSpPr>
            <a:spLocks noGrp="1"/>
          </p:cNvSpPr>
          <p:nvPr>
            <p:ph type="body" idx="1"/>
          </p:nvPr>
        </p:nvSpPr>
        <p:spPr/>
        <p:txBody>
          <a:bodyPr/>
          <a:lstStyle/>
          <a:p>
            <a:endParaRPr lang="en-MY"/>
          </a:p>
        </p:txBody>
      </p:sp>
    </p:spTree>
    <p:extLst>
      <p:ext uri="{BB962C8B-B14F-4D97-AF65-F5344CB8AC3E}">
        <p14:creationId xmlns:p14="http://schemas.microsoft.com/office/powerpoint/2010/main" val="51181122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AE4B0A-AA94-F24E-7941-56F65894AE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55EE76-926F-420A-7FB7-3D478A2AB06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74DD379-80E3-501E-4EA3-905B6F92DDBF}"/>
              </a:ext>
            </a:extLst>
          </p:cNvPr>
          <p:cNvSpPr>
            <a:spLocks noGrp="1"/>
          </p:cNvSpPr>
          <p:nvPr>
            <p:ph type="body" idx="1"/>
          </p:nvPr>
        </p:nvSpPr>
        <p:spPr/>
        <p:txBody>
          <a:bodyPr/>
          <a:lstStyle/>
          <a:p>
            <a:endParaRPr lang="en-MY"/>
          </a:p>
        </p:txBody>
      </p:sp>
    </p:spTree>
    <p:extLst>
      <p:ext uri="{BB962C8B-B14F-4D97-AF65-F5344CB8AC3E}">
        <p14:creationId xmlns:p14="http://schemas.microsoft.com/office/powerpoint/2010/main" val="46116853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44E95E-A24B-015D-2758-3E3747FFB5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2A4379-A642-1167-6FB7-568FBAD3D1F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79EA4D-98DF-5196-6582-1A5FE97F1702}"/>
              </a:ext>
            </a:extLst>
          </p:cNvPr>
          <p:cNvSpPr>
            <a:spLocks noGrp="1"/>
          </p:cNvSpPr>
          <p:nvPr>
            <p:ph type="body" idx="1"/>
          </p:nvPr>
        </p:nvSpPr>
        <p:spPr/>
        <p:txBody>
          <a:bodyPr/>
          <a:lstStyle/>
          <a:p>
            <a:r>
              <a:rPr lang="en-MY" dirty="0"/>
              <a:t>Second quiz:</a:t>
            </a:r>
          </a:p>
          <a:p>
            <a:r>
              <a:rPr lang="en-MY" dirty="0"/>
              <a:t>https://</a:t>
            </a:r>
            <a:r>
              <a:rPr lang="en-MY" dirty="0" err="1"/>
              <a:t>wayground.com</a:t>
            </a:r>
            <a:r>
              <a:rPr lang="en-MY" dirty="0"/>
              <a:t>/admin/quiz/67ac0718d858c8cb7017adc7</a:t>
            </a:r>
          </a:p>
        </p:txBody>
      </p:sp>
    </p:spTree>
    <p:extLst>
      <p:ext uri="{BB962C8B-B14F-4D97-AF65-F5344CB8AC3E}">
        <p14:creationId xmlns:p14="http://schemas.microsoft.com/office/powerpoint/2010/main" val="260047441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6D2EEC-EAA0-B08D-B273-90BBFA1582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B1D62E-89B8-D2A9-2813-ACBBA37F5ED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5E30B5E-64ED-ADD4-FD8B-95DD05C523BF}"/>
              </a:ext>
            </a:extLst>
          </p:cNvPr>
          <p:cNvSpPr>
            <a:spLocks noGrp="1"/>
          </p:cNvSpPr>
          <p:nvPr>
            <p:ph type="body" idx="1"/>
          </p:nvPr>
        </p:nvSpPr>
        <p:spPr/>
        <p:txBody>
          <a:bodyPr/>
          <a:lstStyle/>
          <a:p>
            <a:r>
              <a:rPr lang="en-MY" dirty="0"/>
              <a:t>Second quiz:</a:t>
            </a:r>
          </a:p>
          <a:p>
            <a:r>
              <a:rPr lang="en-MY" dirty="0"/>
              <a:t>https://</a:t>
            </a:r>
            <a:r>
              <a:rPr lang="en-MY" dirty="0" err="1"/>
              <a:t>wayground.com</a:t>
            </a:r>
            <a:r>
              <a:rPr lang="en-MY" dirty="0"/>
              <a:t>/admin/quiz/67ac0718d858c8cb7017adc7</a:t>
            </a:r>
          </a:p>
        </p:txBody>
      </p:sp>
    </p:spTree>
    <p:extLst>
      <p:ext uri="{BB962C8B-B14F-4D97-AF65-F5344CB8AC3E}">
        <p14:creationId xmlns:p14="http://schemas.microsoft.com/office/powerpoint/2010/main" val="415696448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3D73EB-88F5-68B7-CBA6-916F195207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1D9D49-7740-6203-A171-656E00B072B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09FF48-394B-B0A4-03E5-296C923089F0}"/>
              </a:ext>
            </a:extLst>
          </p:cNvPr>
          <p:cNvSpPr>
            <a:spLocks noGrp="1"/>
          </p:cNvSpPr>
          <p:nvPr>
            <p:ph type="body" idx="1"/>
          </p:nvPr>
        </p:nvSpPr>
        <p:spPr/>
        <p:txBody>
          <a:bodyPr/>
          <a:lstStyle/>
          <a:p>
            <a:r>
              <a:rPr lang="en-MY" dirty="0"/>
              <a:t>Third quiz: https://</a:t>
            </a:r>
            <a:r>
              <a:rPr lang="en-MY" dirty="0" err="1"/>
              <a:t>wayground.com</a:t>
            </a:r>
            <a:r>
              <a:rPr lang="en-MY" dirty="0"/>
              <a:t>/admin/quiz/67fa38b7195d24a85f8d7548</a:t>
            </a:r>
          </a:p>
        </p:txBody>
      </p:sp>
    </p:spTree>
    <p:extLst>
      <p:ext uri="{BB962C8B-B14F-4D97-AF65-F5344CB8AC3E}">
        <p14:creationId xmlns:p14="http://schemas.microsoft.com/office/powerpoint/2010/main" val="62907546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6EABFB-C188-3C3A-F307-512444D265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DBBD09-C363-C101-5E9B-6F5D452E6D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7F927A-F1B9-2D4F-FEE3-4BC979CD1301}"/>
              </a:ext>
            </a:extLst>
          </p:cNvPr>
          <p:cNvSpPr>
            <a:spLocks noGrp="1"/>
          </p:cNvSpPr>
          <p:nvPr>
            <p:ph type="body" idx="1"/>
          </p:nvPr>
        </p:nvSpPr>
        <p:spPr/>
        <p:txBody>
          <a:bodyPr/>
          <a:lstStyle/>
          <a:p>
            <a:r>
              <a:rPr lang="en-MY" dirty="0"/>
              <a:t>Fourth quiz: https://</a:t>
            </a:r>
            <a:r>
              <a:rPr lang="en-MY" dirty="0" err="1"/>
              <a:t>wayground.com</a:t>
            </a:r>
            <a:r>
              <a:rPr lang="en-MY" dirty="0"/>
              <a:t>/admin/quiz/67fa364d076972e09ff2203c</a:t>
            </a:r>
          </a:p>
        </p:txBody>
      </p:sp>
    </p:spTree>
    <p:extLst>
      <p:ext uri="{BB962C8B-B14F-4D97-AF65-F5344CB8AC3E}">
        <p14:creationId xmlns:p14="http://schemas.microsoft.com/office/powerpoint/2010/main" val="291548928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E53DC5-AB3B-28D1-7403-CE310475D5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E0775D-3A31-85C0-6FFD-6D55B12BCD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DB4DF4-4421-A23F-6EAD-6EE9AFEE3BA7}"/>
              </a:ext>
            </a:extLst>
          </p:cNvPr>
          <p:cNvSpPr>
            <a:spLocks noGrp="1"/>
          </p:cNvSpPr>
          <p:nvPr>
            <p:ph type="body" idx="1"/>
          </p:nvPr>
        </p:nvSpPr>
        <p:spPr/>
        <p:txBody>
          <a:bodyPr/>
          <a:lstStyle/>
          <a:p>
            <a:endParaRPr lang="en-MY"/>
          </a:p>
        </p:txBody>
      </p:sp>
    </p:spTree>
    <p:extLst>
      <p:ext uri="{BB962C8B-B14F-4D97-AF65-F5344CB8AC3E}">
        <p14:creationId xmlns:p14="http://schemas.microsoft.com/office/powerpoint/2010/main" val="305058594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BC35F8-A0C7-1C9C-2E9F-22BAFBBB86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69416E-4908-CDF4-7F03-CDF8A67AFB8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B82CB9-7B8E-0317-73C7-4540B4E6E4AE}"/>
              </a:ext>
            </a:extLst>
          </p:cNvPr>
          <p:cNvSpPr>
            <a:spLocks noGrp="1"/>
          </p:cNvSpPr>
          <p:nvPr>
            <p:ph type="body" idx="1"/>
          </p:nvPr>
        </p:nvSpPr>
        <p:spPr/>
        <p:txBody>
          <a:bodyPr/>
          <a:lstStyle/>
          <a:p>
            <a:r>
              <a:rPr lang="en-MY" dirty="0"/>
              <a:t>https://</a:t>
            </a:r>
            <a:r>
              <a:rPr lang="en-MY" dirty="0" err="1"/>
              <a:t>www.canva.com</a:t>
            </a:r>
            <a:r>
              <a:rPr lang="en-MY" dirty="0"/>
              <a:t>/design/DAHHWuVtj84/Lx1qxgnVOSZuGBil-gKczw/edit</a:t>
            </a:r>
          </a:p>
        </p:txBody>
      </p:sp>
    </p:spTree>
    <p:extLst>
      <p:ext uri="{BB962C8B-B14F-4D97-AF65-F5344CB8AC3E}">
        <p14:creationId xmlns:p14="http://schemas.microsoft.com/office/powerpoint/2010/main" val="239213504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BB1C0B-70B5-6081-ECB3-98CB5EA20C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2FED8D-49B7-B4A7-2DEA-D0C8E59CB90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9818DE-5721-4A5B-0F13-CEEBD2075872}"/>
              </a:ext>
            </a:extLst>
          </p:cNvPr>
          <p:cNvSpPr>
            <a:spLocks noGrp="1"/>
          </p:cNvSpPr>
          <p:nvPr>
            <p:ph type="body" idx="1"/>
          </p:nvPr>
        </p:nvSpPr>
        <p:spPr/>
        <p:txBody>
          <a:bodyPr/>
          <a:lstStyle/>
          <a:p>
            <a:endParaRPr lang="en-MY"/>
          </a:p>
        </p:txBody>
      </p:sp>
    </p:spTree>
    <p:extLst>
      <p:ext uri="{BB962C8B-B14F-4D97-AF65-F5344CB8AC3E}">
        <p14:creationId xmlns:p14="http://schemas.microsoft.com/office/powerpoint/2010/main" val="245107758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7C64BA-159E-6C95-2BC9-C47353AAC5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A360DB-2D53-27BA-D47E-6D0BDB2C296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2199DF4-9E14-A8B4-0137-EE767A45B08A}"/>
              </a:ext>
            </a:extLst>
          </p:cNvPr>
          <p:cNvSpPr>
            <a:spLocks noGrp="1"/>
          </p:cNvSpPr>
          <p:nvPr>
            <p:ph type="body" idx="1"/>
          </p:nvPr>
        </p:nvSpPr>
        <p:spPr/>
        <p:txBody>
          <a:bodyPr/>
          <a:lstStyle/>
          <a:p>
            <a:endParaRPr lang="en-MY"/>
          </a:p>
        </p:txBody>
      </p:sp>
    </p:spTree>
    <p:extLst>
      <p:ext uri="{BB962C8B-B14F-4D97-AF65-F5344CB8AC3E}">
        <p14:creationId xmlns:p14="http://schemas.microsoft.com/office/powerpoint/2010/main" val="36185157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p:cNvSpPr>
            <a:spLocks noGrp="1" noChangeArrowheads="1"/>
          </p:cNvSpPr>
          <p:nvPr>
            <p:ph type="dt" sz="half" idx="10"/>
          </p:nvPr>
        </p:nvSpPr>
        <p:spPr>
          <a:ln/>
        </p:spPr>
        <p:txBody>
          <a:bodyPr/>
          <a:lstStyle>
            <a:lvl1pPr>
              <a:defRPr/>
            </a:lvl1pPr>
          </a:lstStyle>
          <a:p>
            <a:pPr>
              <a:defRPr/>
            </a:pPr>
            <a:endParaRPr lang="en-AU" dirty="0"/>
          </a:p>
        </p:txBody>
      </p:sp>
      <p:sp>
        <p:nvSpPr>
          <p:cNvPr id="5" name="Rectangle 5"/>
          <p:cNvSpPr>
            <a:spLocks noGrp="1" noChangeArrowheads="1"/>
          </p:cNvSpPr>
          <p:nvPr>
            <p:ph type="ftr" sz="quarter" idx="11"/>
          </p:nvPr>
        </p:nvSpPr>
        <p:spPr>
          <a:ln/>
        </p:spPr>
        <p:txBody>
          <a:bodyPr/>
          <a:lstStyle>
            <a:lvl1pPr>
              <a:defRPr/>
            </a:lvl1pPr>
          </a:lstStyle>
          <a:p>
            <a:pPr>
              <a:defRPr/>
            </a:pPr>
            <a:endParaRPr lang="en-AU" dirty="0"/>
          </a:p>
        </p:txBody>
      </p:sp>
      <p:sp>
        <p:nvSpPr>
          <p:cNvPr id="6" name="Rectangle 6"/>
          <p:cNvSpPr>
            <a:spLocks noGrp="1" noChangeArrowheads="1"/>
          </p:cNvSpPr>
          <p:nvPr>
            <p:ph type="sldNum" sz="quarter" idx="12"/>
          </p:nvPr>
        </p:nvSpPr>
        <p:spPr>
          <a:ln/>
        </p:spPr>
        <p:txBody>
          <a:bodyPr/>
          <a:lstStyle>
            <a:lvl1pPr>
              <a:defRPr/>
            </a:lvl1pPr>
          </a:lstStyle>
          <a:p>
            <a:pPr>
              <a:defRPr/>
            </a:pPr>
            <a:fld id="{65D7EE65-8AFE-4022-B3D9-7794B9342842}" type="slidenum">
              <a:rPr lang="en-AU"/>
              <a:pPr>
                <a:defRPr/>
              </a:pPr>
              <a:t>‹#›</a:t>
            </a:fld>
            <a:endParaRPr lang="en-AU"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609600" y="1600201"/>
            <a:ext cx="10972800" cy="452596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AU" dirty="0"/>
          </a:p>
        </p:txBody>
      </p:sp>
      <p:sp>
        <p:nvSpPr>
          <p:cNvPr id="5" name="Rectangle 5"/>
          <p:cNvSpPr>
            <a:spLocks noGrp="1" noChangeArrowheads="1"/>
          </p:cNvSpPr>
          <p:nvPr>
            <p:ph type="ftr" sz="quarter" idx="11"/>
          </p:nvPr>
        </p:nvSpPr>
        <p:spPr>
          <a:ln/>
        </p:spPr>
        <p:txBody>
          <a:bodyPr/>
          <a:lstStyle>
            <a:lvl1pPr>
              <a:defRPr/>
            </a:lvl1pPr>
          </a:lstStyle>
          <a:p>
            <a:pPr>
              <a:defRPr/>
            </a:pPr>
            <a:endParaRPr lang="en-AU" dirty="0"/>
          </a:p>
        </p:txBody>
      </p:sp>
      <p:sp>
        <p:nvSpPr>
          <p:cNvPr id="6" name="Rectangle 6"/>
          <p:cNvSpPr>
            <a:spLocks noGrp="1" noChangeArrowheads="1"/>
          </p:cNvSpPr>
          <p:nvPr>
            <p:ph type="sldNum" sz="quarter" idx="12"/>
          </p:nvPr>
        </p:nvSpPr>
        <p:spPr>
          <a:ln/>
        </p:spPr>
        <p:txBody>
          <a:bodyPr/>
          <a:lstStyle>
            <a:lvl1pPr>
              <a:defRPr/>
            </a:lvl1pPr>
          </a:lstStyle>
          <a:p>
            <a:pPr>
              <a:defRPr/>
            </a:pPr>
            <a:fld id="{5136BB8A-0854-4320-9CB6-5978F93B7D0C}" type="slidenum">
              <a:rPr lang="en-AU"/>
              <a:pPr>
                <a:defRPr/>
              </a:pPr>
              <a:t>‹#›</a:t>
            </a:fld>
            <a:endParaRPr lang="en-AU"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AU" dirty="0"/>
          </a:p>
        </p:txBody>
      </p:sp>
      <p:sp>
        <p:nvSpPr>
          <p:cNvPr id="5" name="Rectangle 5"/>
          <p:cNvSpPr>
            <a:spLocks noGrp="1" noChangeArrowheads="1"/>
          </p:cNvSpPr>
          <p:nvPr>
            <p:ph type="ftr" sz="quarter" idx="11"/>
          </p:nvPr>
        </p:nvSpPr>
        <p:spPr>
          <a:ln/>
        </p:spPr>
        <p:txBody>
          <a:bodyPr/>
          <a:lstStyle>
            <a:lvl1pPr>
              <a:defRPr/>
            </a:lvl1pPr>
          </a:lstStyle>
          <a:p>
            <a:pPr>
              <a:defRPr/>
            </a:pPr>
            <a:endParaRPr lang="en-AU" dirty="0"/>
          </a:p>
        </p:txBody>
      </p:sp>
      <p:sp>
        <p:nvSpPr>
          <p:cNvPr id="6" name="Rectangle 6"/>
          <p:cNvSpPr>
            <a:spLocks noGrp="1" noChangeArrowheads="1"/>
          </p:cNvSpPr>
          <p:nvPr>
            <p:ph type="sldNum" sz="quarter" idx="12"/>
          </p:nvPr>
        </p:nvSpPr>
        <p:spPr>
          <a:ln/>
        </p:spPr>
        <p:txBody>
          <a:bodyPr/>
          <a:lstStyle>
            <a:lvl1pPr>
              <a:defRPr/>
            </a:lvl1pPr>
          </a:lstStyle>
          <a:p>
            <a:pPr>
              <a:defRPr/>
            </a:pPr>
            <a:fld id="{576A1EC1-FD81-4297-932F-0F31C26A9517}" type="slidenum">
              <a:rPr lang="en-AU"/>
              <a:pPr>
                <a:defRPr/>
              </a:pPr>
              <a:t>‹#›</a:t>
            </a:fld>
            <a:endParaRPr lang="en-AU"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endParaRPr lang="en-AU" dirty="0"/>
          </a:p>
        </p:txBody>
      </p:sp>
      <p:sp>
        <p:nvSpPr>
          <p:cNvPr id="6" name="Rectangle 5"/>
          <p:cNvSpPr>
            <a:spLocks noGrp="1" noChangeArrowheads="1"/>
          </p:cNvSpPr>
          <p:nvPr>
            <p:ph type="ftr" sz="quarter" idx="11"/>
          </p:nvPr>
        </p:nvSpPr>
        <p:spPr>
          <a:ln/>
        </p:spPr>
        <p:txBody>
          <a:bodyPr/>
          <a:lstStyle>
            <a:lvl1pPr>
              <a:defRPr/>
            </a:lvl1pPr>
          </a:lstStyle>
          <a:p>
            <a:pPr>
              <a:defRPr/>
            </a:pPr>
            <a:endParaRPr lang="en-AU" dirty="0"/>
          </a:p>
        </p:txBody>
      </p:sp>
      <p:sp>
        <p:nvSpPr>
          <p:cNvPr id="7" name="Rectangle 6"/>
          <p:cNvSpPr>
            <a:spLocks noGrp="1" noChangeArrowheads="1"/>
          </p:cNvSpPr>
          <p:nvPr>
            <p:ph type="sldNum" sz="quarter" idx="12"/>
          </p:nvPr>
        </p:nvSpPr>
        <p:spPr>
          <a:ln/>
        </p:spPr>
        <p:txBody>
          <a:bodyPr/>
          <a:lstStyle>
            <a:lvl1pPr>
              <a:defRPr/>
            </a:lvl1pPr>
          </a:lstStyle>
          <a:p>
            <a:pPr>
              <a:defRPr/>
            </a:pPr>
            <a:fld id="{6ECD963F-0ABF-4DDA-94F2-B28E844934B8}" type="slidenum">
              <a:rPr lang="en-AU"/>
              <a:pPr>
                <a:defRPr/>
              </a:pPr>
              <a:t>‹#›</a:t>
            </a:fld>
            <a:endParaRPr lang="en-AU"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endParaRPr lang="en-AU" dirty="0"/>
          </a:p>
        </p:txBody>
      </p:sp>
      <p:sp>
        <p:nvSpPr>
          <p:cNvPr id="8" name="Rectangle 5"/>
          <p:cNvSpPr>
            <a:spLocks noGrp="1" noChangeArrowheads="1"/>
          </p:cNvSpPr>
          <p:nvPr>
            <p:ph type="ftr" sz="quarter" idx="11"/>
          </p:nvPr>
        </p:nvSpPr>
        <p:spPr>
          <a:ln/>
        </p:spPr>
        <p:txBody>
          <a:bodyPr/>
          <a:lstStyle>
            <a:lvl1pPr>
              <a:defRPr/>
            </a:lvl1pPr>
          </a:lstStyle>
          <a:p>
            <a:pPr>
              <a:defRPr/>
            </a:pPr>
            <a:endParaRPr lang="en-AU" dirty="0"/>
          </a:p>
        </p:txBody>
      </p:sp>
      <p:sp>
        <p:nvSpPr>
          <p:cNvPr id="9" name="Rectangle 6"/>
          <p:cNvSpPr>
            <a:spLocks noGrp="1" noChangeArrowheads="1"/>
          </p:cNvSpPr>
          <p:nvPr>
            <p:ph type="sldNum" sz="quarter" idx="12"/>
          </p:nvPr>
        </p:nvSpPr>
        <p:spPr>
          <a:ln/>
        </p:spPr>
        <p:txBody>
          <a:bodyPr/>
          <a:lstStyle>
            <a:lvl1pPr>
              <a:defRPr/>
            </a:lvl1pPr>
          </a:lstStyle>
          <a:p>
            <a:pPr>
              <a:defRPr/>
            </a:pPr>
            <a:fld id="{A09639DC-AEAE-42DF-8ED1-CED4DC05F609}" type="slidenum">
              <a:rPr lang="en-AU"/>
              <a:pPr>
                <a:defRPr/>
              </a:pPr>
              <a:t>‹#›</a:t>
            </a:fld>
            <a:endParaRPr lang="en-AU"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a:defRPr/>
            </a:pPr>
            <a:endParaRPr lang="en-AU" dirty="0"/>
          </a:p>
        </p:txBody>
      </p:sp>
      <p:sp>
        <p:nvSpPr>
          <p:cNvPr id="4" name="Rectangle 5"/>
          <p:cNvSpPr>
            <a:spLocks noGrp="1" noChangeArrowheads="1"/>
          </p:cNvSpPr>
          <p:nvPr>
            <p:ph type="ftr" sz="quarter" idx="11"/>
          </p:nvPr>
        </p:nvSpPr>
        <p:spPr>
          <a:ln/>
        </p:spPr>
        <p:txBody>
          <a:bodyPr/>
          <a:lstStyle>
            <a:lvl1pPr>
              <a:defRPr/>
            </a:lvl1pPr>
          </a:lstStyle>
          <a:p>
            <a:pPr>
              <a:defRPr/>
            </a:pPr>
            <a:endParaRPr lang="en-AU" dirty="0"/>
          </a:p>
        </p:txBody>
      </p:sp>
      <p:sp>
        <p:nvSpPr>
          <p:cNvPr id="5" name="Rectangle 6"/>
          <p:cNvSpPr>
            <a:spLocks noGrp="1" noChangeArrowheads="1"/>
          </p:cNvSpPr>
          <p:nvPr>
            <p:ph type="sldNum" sz="quarter" idx="12"/>
          </p:nvPr>
        </p:nvSpPr>
        <p:spPr>
          <a:ln/>
        </p:spPr>
        <p:txBody>
          <a:bodyPr/>
          <a:lstStyle>
            <a:lvl1pPr>
              <a:defRPr/>
            </a:lvl1pPr>
          </a:lstStyle>
          <a:p>
            <a:pPr>
              <a:defRPr/>
            </a:pPr>
            <a:fld id="{DC955108-5A2D-4238-A310-FF266209B693}" type="slidenum">
              <a:rPr lang="en-AU"/>
              <a:pPr>
                <a:defRPr/>
              </a:pPr>
              <a:t>‹#›</a:t>
            </a:fld>
            <a:endParaRPr lang="en-AU"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AU" dirty="0"/>
          </a:p>
        </p:txBody>
      </p:sp>
      <p:sp>
        <p:nvSpPr>
          <p:cNvPr id="3" name="Rectangle 5"/>
          <p:cNvSpPr>
            <a:spLocks noGrp="1" noChangeArrowheads="1"/>
          </p:cNvSpPr>
          <p:nvPr>
            <p:ph type="ftr" sz="quarter" idx="11"/>
          </p:nvPr>
        </p:nvSpPr>
        <p:spPr>
          <a:ln/>
        </p:spPr>
        <p:txBody>
          <a:bodyPr/>
          <a:lstStyle>
            <a:lvl1pPr>
              <a:defRPr/>
            </a:lvl1pPr>
          </a:lstStyle>
          <a:p>
            <a:pPr>
              <a:defRPr/>
            </a:pPr>
            <a:endParaRPr lang="en-AU" dirty="0"/>
          </a:p>
        </p:txBody>
      </p:sp>
      <p:sp>
        <p:nvSpPr>
          <p:cNvPr id="4" name="Rectangle 6"/>
          <p:cNvSpPr>
            <a:spLocks noGrp="1" noChangeArrowheads="1"/>
          </p:cNvSpPr>
          <p:nvPr>
            <p:ph type="sldNum" sz="quarter" idx="12"/>
          </p:nvPr>
        </p:nvSpPr>
        <p:spPr>
          <a:ln/>
        </p:spPr>
        <p:txBody>
          <a:bodyPr/>
          <a:lstStyle>
            <a:lvl1pPr>
              <a:defRPr/>
            </a:lvl1pPr>
          </a:lstStyle>
          <a:p>
            <a:pPr>
              <a:defRPr/>
            </a:pPr>
            <a:fld id="{F50E377F-86B6-4B25-9512-8E32B5A83205}" type="slidenum">
              <a:rPr lang="en-AU"/>
              <a:pPr>
                <a:defRPr/>
              </a:pPr>
              <a:t>‹#›</a:t>
            </a:fld>
            <a:endParaRPr lang="en-AU"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AU" dirty="0"/>
          </a:p>
        </p:txBody>
      </p:sp>
      <p:sp>
        <p:nvSpPr>
          <p:cNvPr id="6" name="Rectangle 5"/>
          <p:cNvSpPr>
            <a:spLocks noGrp="1" noChangeArrowheads="1"/>
          </p:cNvSpPr>
          <p:nvPr>
            <p:ph type="ftr" sz="quarter" idx="11"/>
          </p:nvPr>
        </p:nvSpPr>
        <p:spPr>
          <a:ln/>
        </p:spPr>
        <p:txBody>
          <a:bodyPr/>
          <a:lstStyle>
            <a:lvl1pPr>
              <a:defRPr/>
            </a:lvl1pPr>
          </a:lstStyle>
          <a:p>
            <a:pPr>
              <a:defRPr/>
            </a:pPr>
            <a:endParaRPr lang="en-AU" dirty="0"/>
          </a:p>
        </p:txBody>
      </p:sp>
      <p:sp>
        <p:nvSpPr>
          <p:cNvPr id="7" name="Rectangle 6"/>
          <p:cNvSpPr>
            <a:spLocks noGrp="1" noChangeArrowheads="1"/>
          </p:cNvSpPr>
          <p:nvPr>
            <p:ph type="sldNum" sz="quarter" idx="12"/>
          </p:nvPr>
        </p:nvSpPr>
        <p:spPr>
          <a:ln/>
        </p:spPr>
        <p:txBody>
          <a:bodyPr/>
          <a:lstStyle>
            <a:lvl1pPr>
              <a:defRPr/>
            </a:lvl1pPr>
          </a:lstStyle>
          <a:p>
            <a:pPr>
              <a:defRPr/>
            </a:pPr>
            <a:fld id="{87EFDFB0-E6FC-4290-A842-FF8549BB4702}" type="slidenum">
              <a:rPr lang="en-AU"/>
              <a:pPr>
                <a:defRPr/>
              </a:pPr>
              <a:t>‹#›</a:t>
            </a:fld>
            <a:endParaRPr lang="en-AU"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2389717" y="5367338"/>
            <a:ext cx="73152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AU" dirty="0"/>
          </a:p>
        </p:txBody>
      </p:sp>
      <p:sp>
        <p:nvSpPr>
          <p:cNvPr id="6" name="Rectangle 5"/>
          <p:cNvSpPr>
            <a:spLocks noGrp="1" noChangeArrowheads="1"/>
          </p:cNvSpPr>
          <p:nvPr>
            <p:ph type="ftr" sz="quarter" idx="11"/>
          </p:nvPr>
        </p:nvSpPr>
        <p:spPr>
          <a:ln/>
        </p:spPr>
        <p:txBody>
          <a:bodyPr/>
          <a:lstStyle>
            <a:lvl1pPr>
              <a:defRPr/>
            </a:lvl1pPr>
          </a:lstStyle>
          <a:p>
            <a:pPr>
              <a:defRPr/>
            </a:pPr>
            <a:endParaRPr lang="en-AU" dirty="0"/>
          </a:p>
        </p:txBody>
      </p:sp>
      <p:sp>
        <p:nvSpPr>
          <p:cNvPr id="7" name="Rectangle 6"/>
          <p:cNvSpPr>
            <a:spLocks noGrp="1" noChangeArrowheads="1"/>
          </p:cNvSpPr>
          <p:nvPr>
            <p:ph type="sldNum" sz="quarter" idx="12"/>
          </p:nvPr>
        </p:nvSpPr>
        <p:spPr>
          <a:ln/>
        </p:spPr>
        <p:txBody>
          <a:bodyPr/>
          <a:lstStyle>
            <a:lvl1pPr>
              <a:defRPr/>
            </a:lvl1pPr>
          </a:lstStyle>
          <a:p>
            <a:pPr>
              <a:defRPr/>
            </a:pPr>
            <a:fld id="{BA3BEABF-3905-4967-992F-0A3A0239B510}" type="slidenum">
              <a:rPr lang="en-AU"/>
              <a:pPr>
                <a:defRPr/>
              </a:pPr>
              <a:t>‹#›</a:t>
            </a:fld>
            <a:endParaRPr lang="en-AU"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a:xfrm>
            <a:off x="609600" y="1600201"/>
            <a:ext cx="10972800" cy="4525963"/>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AU" dirty="0"/>
          </a:p>
        </p:txBody>
      </p:sp>
      <p:sp>
        <p:nvSpPr>
          <p:cNvPr id="5" name="Rectangle 5"/>
          <p:cNvSpPr>
            <a:spLocks noGrp="1" noChangeArrowheads="1"/>
          </p:cNvSpPr>
          <p:nvPr>
            <p:ph type="ftr" sz="quarter" idx="11"/>
          </p:nvPr>
        </p:nvSpPr>
        <p:spPr>
          <a:ln/>
        </p:spPr>
        <p:txBody>
          <a:bodyPr/>
          <a:lstStyle>
            <a:lvl1pPr>
              <a:defRPr/>
            </a:lvl1pPr>
          </a:lstStyle>
          <a:p>
            <a:pPr>
              <a:defRPr/>
            </a:pPr>
            <a:endParaRPr lang="en-AU" dirty="0"/>
          </a:p>
        </p:txBody>
      </p:sp>
      <p:sp>
        <p:nvSpPr>
          <p:cNvPr id="6" name="Rectangle 6"/>
          <p:cNvSpPr>
            <a:spLocks noGrp="1" noChangeArrowheads="1"/>
          </p:cNvSpPr>
          <p:nvPr>
            <p:ph type="sldNum" sz="quarter" idx="12"/>
          </p:nvPr>
        </p:nvSpPr>
        <p:spPr>
          <a:ln/>
        </p:spPr>
        <p:txBody>
          <a:bodyPr/>
          <a:lstStyle>
            <a:lvl1pPr>
              <a:defRPr/>
            </a:lvl1pPr>
          </a:lstStyle>
          <a:p>
            <a:pPr>
              <a:defRPr/>
            </a:pPr>
            <a:fld id="{D2A828E1-5CE8-43FC-9875-7EB32D9DC9F6}" type="slidenum">
              <a:rPr lang="en-AU"/>
              <a:pPr>
                <a:defRPr/>
              </a:pPr>
              <a:t>‹#›</a:t>
            </a:fld>
            <a:endParaRPr lang="en-AU"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1600201"/>
            <a:ext cx="2743200" cy="452596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1600201"/>
            <a:ext cx="8026400" cy="4525963"/>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AU" dirty="0"/>
          </a:p>
        </p:txBody>
      </p:sp>
      <p:sp>
        <p:nvSpPr>
          <p:cNvPr id="5" name="Rectangle 5"/>
          <p:cNvSpPr>
            <a:spLocks noGrp="1" noChangeArrowheads="1"/>
          </p:cNvSpPr>
          <p:nvPr>
            <p:ph type="ftr" sz="quarter" idx="11"/>
          </p:nvPr>
        </p:nvSpPr>
        <p:spPr>
          <a:ln/>
        </p:spPr>
        <p:txBody>
          <a:bodyPr/>
          <a:lstStyle>
            <a:lvl1pPr>
              <a:defRPr/>
            </a:lvl1pPr>
          </a:lstStyle>
          <a:p>
            <a:pPr>
              <a:defRPr/>
            </a:pPr>
            <a:endParaRPr lang="en-AU" dirty="0"/>
          </a:p>
        </p:txBody>
      </p:sp>
      <p:sp>
        <p:nvSpPr>
          <p:cNvPr id="6" name="Rectangle 6"/>
          <p:cNvSpPr>
            <a:spLocks noGrp="1" noChangeArrowheads="1"/>
          </p:cNvSpPr>
          <p:nvPr>
            <p:ph type="sldNum" sz="quarter" idx="12"/>
          </p:nvPr>
        </p:nvSpPr>
        <p:spPr>
          <a:ln/>
        </p:spPr>
        <p:txBody>
          <a:bodyPr/>
          <a:lstStyle>
            <a:lvl1pPr>
              <a:defRPr/>
            </a:lvl1pPr>
          </a:lstStyle>
          <a:p>
            <a:pPr>
              <a:defRPr/>
            </a:pPr>
            <a:fld id="{C3306096-8DC5-4C75-83E3-7A39F1488DB7}" type="slidenum">
              <a:rPr lang="en-AU"/>
              <a:pPr>
                <a:defRPr/>
              </a:pPr>
              <a:t>‹#›</a:t>
            </a:fld>
            <a:endParaRPr lang="en-AU"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Picture with Caption">
    <p:spTree>
      <p:nvGrpSpPr>
        <p:cNvPr id="1" name=""/>
        <p:cNvGrpSpPr/>
        <p:nvPr/>
      </p:nvGrpSpPr>
      <p:grpSpPr>
        <a:xfrm>
          <a:off x="0" y="0"/>
          <a:ext cx="0" cy="0"/>
          <a:chOff x="0" y="0"/>
          <a:chExt cx="0" cy="0"/>
        </a:xfrm>
      </p:grpSpPr>
      <p:sp>
        <p:nvSpPr>
          <p:cNvPr id="9" name="Slide Number Placeholder 6"/>
          <p:cNvSpPr txBox="1">
            <a:spLocks/>
          </p:cNvSpPr>
          <p:nvPr userDrawn="1"/>
        </p:nvSpPr>
        <p:spPr>
          <a:xfrm>
            <a:off x="10128808" y="6376720"/>
            <a:ext cx="1616253" cy="365125"/>
          </a:xfrm>
          <a:prstGeom prst="rect">
            <a:avLst/>
          </a:prstGeom>
        </p:spPr>
        <p:txBody>
          <a:bodyPr vert="horz" lIns="91440" tIns="45720" rIns="91440" bIns="45720" rtlCol="0" anchor="ctr"/>
          <a:lstStyle>
            <a:defPPr>
              <a:defRPr lang="en-US"/>
            </a:defPPr>
            <a:lvl1pPr marL="0" algn="l" defTabSz="457200" rtl="0" eaLnBrk="1" latinLnBrk="0" hangingPunct="1">
              <a:defRPr sz="2400" kern="1200">
                <a:solidFill>
                  <a:schemeClr val="tx1"/>
                </a:solidFill>
                <a:latin typeface="Arial Narrow"/>
                <a:ea typeface="+mn-ea"/>
                <a:cs typeface="Arial Narrow"/>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14B116A7-1BBE-0246-8B18-68B8A757ECD8}" type="slidenum">
              <a:rPr lang="en-US" sz="2400" smtClean="0">
                <a:solidFill>
                  <a:schemeClr val="bg1">
                    <a:lumMod val="50000"/>
                  </a:schemeClr>
                </a:solidFill>
              </a:rPr>
              <a:pPr algn="r"/>
              <a:t>‹#›</a:t>
            </a:fld>
            <a:endParaRPr lang="en-US" sz="2400" dirty="0">
              <a:solidFill>
                <a:schemeClr val="bg1">
                  <a:lumMod val="50000"/>
                </a:schemeClr>
              </a:solidFill>
            </a:endParaRPr>
          </a:p>
        </p:txBody>
      </p:sp>
      <p:sp>
        <p:nvSpPr>
          <p:cNvPr id="10" name="Picture Placeholder 2"/>
          <p:cNvSpPr>
            <a:spLocks noGrp="1"/>
          </p:cNvSpPr>
          <p:nvPr>
            <p:ph type="pic" idx="1"/>
          </p:nvPr>
        </p:nvSpPr>
        <p:spPr>
          <a:xfrm>
            <a:off x="679260" y="1315159"/>
            <a:ext cx="11051549" cy="5006471"/>
          </a:xfrm>
          <a:prstGeom prst="rect">
            <a:avLst/>
          </a:prstGeom>
        </p:spPr>
        <p:txBody>
          <a:bodyPr/>
          <a:lstStyle>
            <a:lvl1pPr marL="0" indent="0">
              <a:buNone/>
              <a:defRPr sz="3200">
                <a:latin typeface="Arial"/>
                <a:cs typeface="Aria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5" name="Text Placeholder 9"/>
          <p:cNvSpPr>
            <a:spLocks noGrp="1"/>
          </p:cNvSpPr>
          <p:nvPr>
            <p:ph type="body" sz="quarter" idx="10" hasCustomPrompt="1"/>
          </p:nvPr>
        </p:nvSpPr>
        <p:spPr>
          <a:xfrm>
            <a:off x="370737" y="217549"/>
            <a:ext cx="6964156" cy="774054"/>
          </a:xfrm>
          <a:prstGeom prst="rect">
            <a:avLst/>
          </a:prstGeom>
        </p:spPr>
        <p:txBody>
          <a:bodyPr vert="horz"/>
          <a:lstStyle>
            <a:lvl1pPr marL="0" indent="0">
              <a:lnSpc>
                <a:spcPct val="90000"/>
              </a:lnSpc>
              <a:buNone/>
              <a:defRPr sz="2400">
                <a:latin typeface="Arial Narrow"/>
                <a:cs typeface="Arial Narrow"/>
              </a:defRPr>
            </a:lvl1pPr>
          </a:lstStyle>
          <a:p>
            <a:pPr lvl="0"/>
            <a:r>
              <a:rPr lang="en-US" sz="2400" dirty="0">
                <a:latin typeface="Arial Narrow"/>
                <a:cs typeface="Arial Narrow"/>
              </a:rPr>
              <a:t>CONTENT PAGE 2</a:t>
            </a:r>
            <a:br>
              <a:rPr lang="en-US" sz="2400" dirty="0">
                <a:latin typeface="Arial Narrow"/>
                <a:cs typeface="Arial Narrow"/>
              </a:rPr>
            </a:br>
            <a:r>
              <a:rPr lang="en-US" sz="2400" dirty="0">
                <a:latin typeface="Arial Narrow"/>
                <a:cs typeface="Arial Narrow"/>
              </a:rPr>
              <a:t>2 LINES (24pt Arial Narrow)</a:t>
            </a:r>
            <a:endParaRPr lang="en-US" dirty="0"/>
          </a:p>
        </p:txBody>
      </p:sp>
    </p:spTree>
    <p:extLst>
      <p:ext uri="{BB962C8B-B14F-4D97-AF65-F5344CB8AC3E}">
        <p14:creationId xmlns:p14="http://schemas.microsoft.com/office/powerpoint/2010/main" val="70151691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4500"/>
            </a:lvl1pPr>
          </a:lstStyle>
          <a:p>
            <a:r>
              <a:rPr lang="en-US"/>
              <a:t>Click to edit Master title style</a:t>
            </a:r>
            <a:endParaRPr lang="en-AU"/>
          </a:p>
        </p:txBody>
      </p:sp>
      <p:sp>
        <p:nvSpPr>
          <p:cNvPr id="3" name="Subtitle 2"/>
          <p:cNvSpPr>
            <a:spLocks noGrp="1"/>
          </p:cNvSpPr>
          <p:nvPr>
            <p:ph type="subTitle" idx="1"/>
          </p:nvPr>
        </p:nvSpPr>
        <p:spPr>
          <a:xfrm>
            <a:off x="1524000" y="3602038"/>
            <a:ext cx="9144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AU"/>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864968-E04A-DA4D-A720-FD336524BE21}" type="slidenum">
              <a:rPr lang="en-US" smtClean="0"/>
              <a:t>‹#›</a:t>
            </a:fld>
            <a:endParaRPr lang="en-US" dirty="0"/>
          </a:p>
        </p:txBody>
      </p:sp>
    </p:spTree>
    <p:extLst>
      <p:ext uri="{BB962C8B-B14F-4D97-AF65-F5344CB8AC3E}">
        <p14:creationId xmlns:p14="http://schemas.microsoft.com/office/powerpoint/2010/main" val="32029226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864968-E04A-DA4D-A720-FD336524BE21}" type="slidenum">
              <a:rPr lang="en-US" smtClean="0"/>
              <a:t>‹#›</a:t>
            </a:fld>
            <a:endParaRPr lang="en-US" dirty="0"/>
          </a:p>
        </p:txBody>
      </p:sp>
    </p:spTree>
    <p:extLst>
      <p:ext uri="{BB962C8B-B14F-4D97-AF65-F5344CB8AC3E}">
        <p14:creationId xmlns:p14="http://schemas.microsoft.com/office/powerpoint/2010/main" val="313545874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4500"/>
            </a:lvl1pPr>
          </a:lstStyle>
          <a:p>
            <a:r>
              <a:rPr lang="en-US"/>
              <a:t>Click to edit Master title style</a:t>
            </a:r>
            <a:endParaRPr lang="en-AU"/>
          </a:p>
        </p:txBody>
      </p:sp>
      <p:sp>
        <p:nvSpPr>
          <p:cNvPr id="3" name="Text Placeholder 2"/>
          <p:cNvSpPr>
            <a:spLocks noGrp="1"/>
          </p:cNvSpPr>
          <p:nvPr>
            <p:ph type="body" idx="1"/>
          </p:nvPr>
        </p:nvSpPr>
        <p:spPr>
          <a:xfrm>
            <a:off x="831851" y="4589465"/>
            <a:ext cx="105156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864968-E04A-DA4D-A720-FD336524BE21}" type="slidenum">
              <a:rPr lang="en-US" smtClean="0"/>
              <a:t>‹#›</a:t>
            </a:fld>
            <a:endParaRPr lang="en-US" dirty="0"/>
          </a:p>
        </p:txBody>
      </p:sp>
    </p:spTree>
    <p:extLst>
      <p:ext uri="{BB962C8B-B14F-4D97-AF65-F5344CB8AC3E}">
        <p14:creationId xmlns:p14="http://schemas.microsoft.com/office/powerpoint/2010/main" val="66955467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0864968-E04A-DA4D-A720-FD336524BE21}" type="slidenum">
              <a:rPr lang="en-US" smtClean="0"/>
              <a:t>‹#›</a:t>
            </a:fld>
            <a:endParaRPr lang="en-US" dirty="0"/>
          </a:p>
        </p:txBody>
      </p:sp>
    </p:spTree>
    <p:extLst>
      <p:ext uri="{BB962C8B-B14F-4D97-AF65-F5344CB8AC3E}">
        <p14:creationId xmlns:p14="http://schemas.microsoft.com/office/powerpoint/2010/main" val="365693364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7"/>
            <a:ext cx="10515600" cy="1325563"/>
          </a:xfrm>
        </p:spPr>
        <p:txBody>
          <a:bodyPr/>
          <a:lstStyle/>
          <a:p>
            <a:r>
              <a:rPr lang="en-US"/>
              <a:t>Click to edit Master title style</a:t>
            </a:r>
            <a:endParaRPr lang="en-AU"/>
          </a:p>
        </p:txBody>
      </p:sp>
      <p:sp>
        <p:nvSpPr>
          <p:cNvPr id="3" name="Text Placeholder 2"/>
          <p:cNvSpPr>
            <a:spLocks noGrp="1"/>
          </p:cNvSpPr>
          <p:nvPr>
            <p:ph type="body" idx="1"/>
          </p:nvPr>
        </p:nvSpPr>
        <p:spPr>
          <a:xfrm>
            <a:off x="839789" y="1681163"/>
            <a:ext cx="5157787"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p:cNvSpPr>
            <a:spLocks noGrp="1"/>
          </p:cNvSpPr>
          <p:nvPr>
            <p:ph sz="half" idx="2"/>
          </p:nvPr>
        </p:nvSpPr>
        <p:spPr>
          <a:xfrm>
            <a:off x="839789"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p:cNvSpPr>
            <a:spLocks noGrp="1"/>
          </p:cNvSpPr>
          <p:nvPr>
            <p:ph sz="quarter" idx="4"/>
          </p:nvPr>
        </p:nvSpPr>
        <p:spPr>
          <a:xfrm>
            <a:off x="6172201"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p:cNvSpPr>
            <a:spLocks noGrp="1"/>
          </p:cNvSpPr>
          <p:nvPr>
            <p:ph type="dt" sz="half" idx="10"/>
          </p:nvPr>
        </p:nvSpPr>
        <p:spPr/>
        <p:txBody>
          <a:bodyPr/>
          <a:lstStyle/>
          <a:p>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90864968-E04A-DA4D-A720-FD336524BE21}" type="slidenum">
              <a:rPr lang="en-US" smtClean="0"/>
              <a:t>‹#›</a:t>
            </a:fld>
            <a:endParaRPr lang="en-US" dirty="0"/>
          </a:p>
        </p:txBody>
      </p:sp>
    </p:spTree>
    <p:extLst>
      <p:ext uri="{BB962C8B-B14F-4D97-AF65-F5344CB8AC3E}">
        <p14:creationId xmlns:p14="http://schemas.microsoft.com/office/powerpoint/2010/main" val="318488502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Date Placeholder 2"/>
          <p:cNvSpPr>
            <a:spLocks noGrp="1"/>
          </p:cNvSpPr>
          <p:nvPr>
            <p:ph type="dt" sz="half" idx="10"/>
          </p:nvPr>
        </p:nvSpPr>
        <p:spPr/>
        <p:txBody>
          <a:bodyPr/>
          <a:lstStyle/>
          <a:p>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90864968-E04A-DA4D-A720-FD336524BE21}" type="slidenum">
              <a:rPr lang="en-US" smtClean="0"/>
              <a:t>‹#›</a:t>
            </a:fld>
            <a:endParaRPr lang="en-US" dirty="0"/>
          </a:p>
        </p:txBody>
      </p:sp>
    </p:spTree>
    <p:extLst>
      <p:ext uri="{BB962C8B-B14F-4D97-AF65-F5344CB8AC3E}">
        <p14:creationId xmlns:p14="http://schemas.microsoft.com/office/powerpoint/2010/main" val="129683454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90864968-E04A-DA4D-A720-FD336524BE21}" type="slidenum">
              <a:rPr lang="en-US" smtClean="0"/>
              <a:t>‹#›</a:t>
            </a:fld>
            <a:endParaRPr lang="en-US" dirty="0"/>
          </a:p>
        </p:txBody>
      </p:sp>
    </p:spTree>
    <p:extLst>
      <p:ext uri="{BB962C8B-B14F-4D97-AF65-F5344CB8AC3E}">
        <p14:creationId xmlns:p14="http://schemas.microsoft.com/office/powerpoint/2010/main" val="242669776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2400"/>
            </a:lvl1pPr>
          </a:lstStyle>
          <a:p>
            <a:r>
              <a:rPr lang="en-US"/>
              <a:t>Click to edit Master title style</a:t>
            </a:r>
            <a:endParaRPr lang="en-AU"/>
          </a:p>
        </p:txBody>
      </p:sp>
      <p:sp>
        <p:nvSpPr>
          <p:cNvPr id="3" name="Content Placeholder 2"/>
          <p:cNvSpPr>
            <a:spLocks noGrp="1"/>
          </p:cNvSpPr>
          <p:nvPr>
            <p:ph idx="1"/>
          </p:nvPr>
        </p:nvSpPr>
        <p:spPr>
          <a:xfrm>
            <a:off x="5183188" y="987427"/>
            <a:ext cx="617220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0864968-E04A-DA4D-A720-FD336524BE21}" type="slidenum">
              <a:rPr lang="en-US" smtClean="0"/>
              <a:t>‹#›</a:t>
            </a:fld>
            <a:endParaRPr lang="en-US" dirty="0"/>
          </a:p>
        </p:txBody>
      </p:sp>
    </p:spTree>
    <p:extLst>
      <p:ext uri="{BB962C8B-B14F-4D97-AF65-F5344CB8AC3E}">
        <p14:creationId xmlns:p14="http://schemas.microsoft.com/office/powerpoint/2010/main" val="122879634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2400"/>
            </a:lvl1pPr>
          </a:lstStyle>
          <a:p>
            <a:r>
              <a:rPr lang="en-US"/>
              <a:t>Click to edit Master title style</a:t>
            </a:r>
            <a:endParaRPr lang="en-AU"/>
          </a:p>
        </p:txBody>
      </p:sp>
      <p:sp>
        <p:nvSpPr>
          <p:cNvPr id="3" name="Picture Placeholder 2"/>
          <p:cNvSpPr>
            <a:spLocks noGrp="1"/>
          </p:cNvSpPr>
          <p:nvPr>
            <p:ph type="pic" idx="1"/>
          </p:nvPr>
        </p:nvSpPr>
        <p:spPr>
          <a:xfrm>
            <a:off x="5183188" y="987427"/>
            <a:ext cx="617220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0864968-E04A-DA4D-A720-FD336524BE21}" type="slidenum">
              <a:rPr lang="en-US" smtClean="0"/>
              <a:t>‹#›</a:t>
            </a:fld>
            <a:endParaRPr lang="en-US" dirty="0"/>
          </a:p>
        </p:txBody>
      </p:sp>
    </p:spTree>
    <p:extLst>
      <p:ext uri="{BB962C8B-B14F-4D97-AF65-F5344CB8AC3E}">
        <p14:creationId xmlns:p14="http://schemas.microsoft.com/office/powerpoint/2010/main" val="303827841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864968-E04A-DA4D-A720-FD336524BE21}" type="slidenum">
              <a:rPr lang="en-US" smtClean="0"/>
              <a:t>‹#›</a:t>
            </a:fld>
            <a:endParaRPr lang="en-US" dirty="0"/>
          </a:p>
        </p:txBody>
      </p:sp>
    </p:spTree>
    <p:extLst>
      <p:ext uri="{BB962C8B-B14F-4D97-AF65-F5344CB8AC3E}">
        <p14:creationId xmlns:p14="http://schemas.microsoft.com/office/powerpoint/2010/main" val="310966372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p:spPr>
        <p:txBody>
          <a:bodyPr vert="eaVert"/>
          <a:lstStyle/>
          <a:p>
            <a:r>
              <a:rPr lang="en-US"/>
              <a:t>Click to edit Master title style</a:t>
            </a:r>
            <a:endParaRPr lang="en-AU"/>
          </a:p>
        </p:txBody>
      </p:sp>
      <p:sp>
        <p:nvSpPr>
          <p:cNvPr id="3" name="Vertical Text Placeholder 2"/>
          <p:cNvSpPr>
            <a:spLocks noGrp="1"/>
          </p:cNvSpPr>
          <p:nvPr>
            <p:ph type="body" orient="vert" idx="1"/>
          </p:nvPr>
        </p:nvSpPr>
        <p:spPr>
          <a:xfrm>
            <a:off x="838201"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864968-E04A-DA4D-A720-FD336524BE21}" type="slidenum">
              <a:rPr lang="en-US" smtClean="0"/>
              <a:t>‹#›</a:t>
            </a:fld>
            <a:endParaRPr lang="en-US" dirty="0"/>
          </a:p>
        </p:txBody>
      </p:sp>
    </p:spTree>
    <p:extLst>
      <p:ext uri="{BB962C8B-B14F-4D97-AF65-F5344CB8AC3E}">
        <p14:creationId xmlns:p14="http://schemas.microsoft.com/office/powerpoint/2010/main" val="249214215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365720" y="2130426"/>
            <a:ext cx="7136320" cy="1470025"/>
          </a:xfrm>
          <a:prstGeom prst="rect">
            <a:avLst/>
          </a:prstGeom>
        </p:spPr>
        <p:txBody>
          <a:bodyPr anchor="ctr"/>
          <a:lstStyle>
            <a:lvl1pPr algn="l">
              <a:defRPr sz="3000" baseline="0">
                <a:latin typeface="Arial Narrow"/>
                <a:cs typeface="Arial Narrow"/>
              </a:defRPr>
            </a:lvl1pPr>
          </a:lstStyle>
          <a:p>
            <a:r>
              <a:rPr lang="en-AU" dirty="0"/>
              <a:t>TITLE PAGE (30pt Arial Narrow)</a:t>
            </a:r>
            <a:endParaRPr lang="en-US" dirty="0"/>
          </a:p>
        </p:txBody>
      </p:sp>
      <p:sp>
        <p:nvSpPr>
          <p:cNvPr id="3" name="Subtitle 2"/>
          <p:cNvSpPr>
            <a:spLocks noGrp="1"/>
          </p:cNvSpPr>
          <p:nvPr>
            <p:ph type="subTitle" idx="1" hasCustomPrompt="1"/>
          </p:nvPr>
        </p:nvSpPr>
        <p:spPr>
          <a:xfrm>
            <a:off x="365720" y="3613924"/>
            <a:ext cx="7136320" cy="633181"/>
          </a:xfrm>
          <a:prstGeom prst="rect">
            <a:avLst/>
          </a:prstGeom>
        </p:spPr>
        <p:txBody>
          <a:bodyPr anchor="ctr"/>
          <a:lstStyle>
            <a:lvl1pPr marL="0" indent="0" algn="l">
              <a:buNone/>
              <a:defRPr sz="1800">
                <a:solidFill>
                  <a:schemeClr val="bg1">
                    <a:lumMod val="50000"/>
                  </a:schemeClr>
                </a:solidFill>
                <a:latin typeface="Arial Narrow"/>
                <a:cs typeface="Arial Narrow"/>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AU" dirty="0"/>
              <a:t>SUB HEADLINE / PRESENTER (18pt Arial Narrow)</a:t>
            </a:r>
            <a:endParaRPr lang="en-US" dirty="0"/>
          </a:p>
        </p:txBody>
      </p:sp>
    </p:spTree>
    <p:extLst>
      <p:ext uri="{BB962C8B-B14F-4D97-AF65-F5344CB8AC3E}">
        <p14:creationId xmlns:p14="http://schemas.microsoft.com/office/powerpoint/2010/main" val="192163706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44843865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6" name="Title 1"/>
          <p:cNvSpPr>
            <a:spLocks noGrp="1"/>
          </p:cNvSpPr>
          <p:nvPr>
            <p:ph type="ctrTitle" hasCustomPrompt="1"/>
          </p:nvPr>
        </p:nvSpPr>
        <p:spPr>
          <a:xfrm>
            <a:off x="365720" y="2130426"/>
            <a:ext cx="7136320" cy="1470025"/>
          </a:xfrm>
          <a:prstGeom prst="rect">
            <a:avLst/>
          </a:prstGeom>
        </p:spPr>
        <p:txBody>
          <a:bodyPr anchor="ctr"/>
          <a:lstStyle>
            <a:lvl1pPr algn="l">
              <a:defRPr sz="3000" baseline="0">
                <a:solidFill>
                  <a:schemeClr val="bg1"/>
                </a:solidFill>
                <a:latin typeface="Arial Narrow"/>
                <a:cs typeface="Arial Narrow"/>
              </a:defRPr>
            </a:lvl1pPr>
          </a:lstStyle>
          <a:p>
            <a:r>
              <a:rPr lang="en-AU" dirty="0"/>
              <a:t>TITLE PAGE (30pt Arial Narrow)</a:t>
            </a:r>
            <a:endParaRPr lang="en-US" dirty="0"/>
          </a:p>
        </p:txBody>
      </p:sp>
      <p:sp>
        <p:nvSpPr>
          <p:cNvPr id="7" name="Subtitle 2"/>
          <p:cNvSpPr>
            <a:spLocks noGrp="1"/>
          </p:cNvSpPr>
          <p:nvPr>
            <p:ph type="subTitle" idx="1" hasCustomPrompt="1"/>
          </p:nvPr>
        </p:nvSpPr>
        <p:spPr>
          <a:xfrm>
            <a:off x="365720" y="3613924"/>
            <a:ext cx="7136320" cy="633181"/>
          </a:xfrm>
          <a:prstGeom prst="rect">
            <a:avLst/>
          </a:prstGeom>
        </p:spPr>
        <p:txBody>
          <a:bodyPr anchor="ctr"/>
          <a:lstStyle>
            <a:lvl1pPr marL="0" indent="0" algn="l">
              <a:buNone/>
              <a:defRPr sz="1800">
                <a:solidFill>
                  <a:schemeClr val="bg1"/>
                </a:solidFill>
                <a:latin typeface="Arial Narrow"/>
                <a:cs typeface="Arial Narrow"/>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AU" dirty="0"/>
              <a:t>SUB HEADLINE / PRESENTER (18pt Arial Narrow)</a:t>
            </a:r>
            <a:endParaRPr lang="en-US" dirty="0"/>
          </a:p>
        </p:txBody>
      </p:sp>
    </p:spTree>
    <p:extLst>
      <p:ext uri="{BB962C8B-B14F-4D97-AF65-F5344CB8AC3E}">
        <p14:creationId xmlns:p14="http://schemas.microsoft.com/office/powerpoint/2010/main" val="307326345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52380889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Title 1"/>
          <p:cNvSpPr>
            <a:spLocks noGrp="1"/>
          </p:cNvSpPr>
          <p:nvPr>
            <p:ph type="title" hasCustomPrompt="1"/>
          </p:nvPr>
        </p:nvSpPr>
        <p:spPr>
          <a:xfrm>
            <a:off x="609600" y="141897"/>
            <a:ext cx="10972800" cy="510825"/>
          </a:xfrm>
          <a:prstGeom prst="rect">
            <a:avLst/>
          </a:prstGeom>
        </p:spPr>
        <p:txBody>
          <a:bodyPr/>
          <a:lstStyle>
            <a:lvl1pPr algn="l">
              <a:defRPr sz="2400">
                <a:latin typeface="Arial Narrow"/>
                <a:cs typeface="Arial Narrow"/>
              </a:defRPr>
            </a:lvl1pPr>
          </a:lstStyle>
          <a:p>
            <a:r>
              <a:rPr lang="en-AU" dirty="0"/>
              <a:t>CLICK TO EDIT MASTER TITLE STYLE</a:t>
            </a:r>
            <a:endParaRPr lang="en-US" dirty="0"/>
          </a:p>
        </p:txBody>
      </p:sp>
      <p:sp>
        <p:nvSpPr>
          <p:cNvPr id="5" name="Slide Number Placeholder 6"/>
          <p:cNvSpPr txBox="1">
            <a:spLocks/>
          </p:cNvSpPr>
          <p:nvPr userDrawn="1"/>
        </p:nvSpPr>
        <p:spPr>
          <a:xfrm>
            <a:off x="5435847" y="6356351"/>
            <a:ext cx="1320307" cy="365125"/>
          </a:xfrm>
          <a:prstGeom prst="rect">
            <a:avLst/>
          </a:prstGeom>
        </p:spPr>
        <p:txBody>
          <a:bodyPr vert="horz" lIns="91440" tIns="45720" rIns="91440" bIns="45720" rtlCol="0" anchor="ctr"/>
          <a:lstStyle>
            <a:defPPr>
              <a:defRPr lang="en-US"/>
            </a:defPPr>
            <a:lvl1pPr marL="0" algn="l" defTabSz="457200" rtl="0" eaLnBrk="1" latinLnBrk="0" hangingPunct="1">
              <a:defRPr sz="2400" kern="1200">
                <a:solidFill>
                  <a:schemeClr val="tx1"/>
                </a:solidFill>
                <a:latin typeface="Arial Narrow"/>
                <a:ea typeface="+mn-ea"/>
                <a:cs typeface="Arial Narrow"/>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fld id="{14B116A7-1BBE-0246-8B18-68B8A757ECD8}" type="slidenum">
              <a:rPr lang="en-US" sz="2400" smtClean="0"/>
              <a:pPr algn="ctr"/>
              <a:t>‹#›</a:t>
            </a:fld>
            <a:endParaRPr lang="en-US" sz="2400" dirty="0"/>
          </a:p>
        </p:txBody>
      </p:sp>
      <p:sp>
        <p:nvSpPr>
          <p:cNvPr id="3" name="TextBox 2"/>
          <p:cNvSpPr txBox="1"/>
          <p:nvPr userDrawn="1"/>
        </p:nvSpPr>
        <p:spPr>
          <a:xfrm>
            <a:off x="10739779" y="6384730"/>
            <a:ext cx="184731" cy="369332"/>
          </a:xfrm>
          <a:prstGeom prst="rect">
            <a:avLst/>
          </a:prstGeom>
          <a:noFill/>
        </p:spPr>
        <p:txBody>
          <a:bodyPr wrap="none" rtlCol="0">
            <a:spAutoFit/>
          </a:bodyPr>
          <a:lstStyle/>
          <a:p>
            <a:endParaRPr lang="en-US" dirty="0"/>
          </a:p>
        </p:txBody>
      </p:sp>
    </p:spTree>
    <p:extLst>
      <p:ext uri="{BB962C8B-B14F-4D97-AF65-F5344CB8AC3E}">
        <p14:creationId xmlns:p14="http://schemas.microsoft.com/office/powerpoint/2010/main" val="362383627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7" name="Title 1"/>
          <p:cNvSpPr>
            <a:spLocks noGrp="1"/>
          </p:cNvSpPr>
          <p:nvPr>
            <p:ph type="title" hasCustomPrompt="1"/>
          </p:nvPr>
        </p:nvSpPr>
        <p:spPr>
          <a:xfrm>
            <a:off x="609600" y="141897"/>
            <a:ext cx="10972800" cy="510825"/>
          </a:xfrm>
          <a:prstGeom prst="rect">
            <a:avLst/>
          </a:prstGeom>
        </p:spPr>
        <p:txBody>
          <a:bodyPr/>
          <a:lstStyle>
            <a:lvl1pPr algn="l">
              <a:defRPr sz="2400">
                <a:latin typeface="Arial Narrow"/>
                <a:cs typeface="Arial Narrow"/>
              </a:defRPr>
            </a:lvl1pPr>
          </a:lstStyle>
          <a:p>
            <a:r>
              <a:rPr lang="en-AU" dirty="0"/>
              <a:t>CLICK TO EDIT MASTER TITLE STYLE</a:t>
            </a:r>
            <a:endParaRPr lang="en-US" dirty="0"/>
          </a:p>
        </p:txBody>
      </p:sp>
      <p:sp>
        <p:nvSpPr>
          <p:cNvPr id="12" name="Content Placeholder 2"/>
          <p:cNvSpPr>
            <a:spLocks noGrp="1"/>
          </p:cNvSpPr>
          <p:nvPr>
            <p:ph sz="half" idx="1"/>
          </p:nvPr>
        </p:nvSpPr>
        <p:spPr>
          <a:xfrm>
            <a:off x="609599" y="1231261"/>
            <a:ext cx="11092828" cy="4525963"/>
          </a:xfrm>
          <a:prstGeom prst="rect">
            <a:avLst/>
          </a:prstGeom>
        </p:spPr>
        <p:txBody>
          <a:bodyPr/>
          <a:lstStyle>
            <a:lvl1pPr marL="342900" indent="-342900">
              <a:buFont typeface="Wingdings" charset="2"/>
              <a:buChar char="§"/>
              <a:defRPr sz="2400">
                <a:latin typeface="Arial"/>
                <a:cs typeface="Arial"/>
              </a:defRPr>
            </a:lvl1pPr>
            <a:lvl2pPr>
              <a:defRPr sz="2000">
                <a:latin typeface="Arial"/>
                <a:cs typeface="Arial"/>
              </a:defRPr>
            </a:lvl2pPr>
            <a:lvl3pPr marL="1143000" indent="-228600">
              <a:buFont typeface="Wingdings" charset="2"/>
              <a:buChar char="§"/>
              <a:defRPr sz="1800">
                <a:latin typeface="Arial"/>
                <a:cs typeface="Arial"/>
              </a:defRPr>
            </a:lvl3pPr>
            <a:lvl4pPr>
              <a:defRPr sz="1600">
                <a:latin typeface="Arial"/>
                <a:cs typeface="Arial"/>
              </a:defRPr>
            </a:lvl4pPr>
            <a:lvl5pPr>
              <a:defRPr sz="1800">
                <a:latin typeface="Arial"/>
                <a:cs typeface="Arial"/>
              </a:defRPr>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p:txBody>
      </p:sp>
      <p:sp>
        <p:nvSpPr>
          <p:cNvPr id="8" name="Slide Number Placeholder 6"/>
          <p:cNvSpPr txBox="1">
            <a:spLocks/>
          </p:cNvSpPr>
          <p:nvPr userDrawn="1"/>
        </p:nvSpPr>
        <p:spPr>
          <a:xfrm>
            <a:off x="5435847" y="6356351"/>
            <a:ext cx="1320307" cy="365125"/>
          </a:xfrm>
          <a:prstGeom prst="rect">
            <a:avLst/>
          </a:prstGeom>
        </p:spPr>
        <p:txBody>
          <a:bodyPr vert="horz" lIns="91440" tIns="45720" rIns="91440" bIns="45720" rtlCol="0" anchor="ctr"/>
          <a:lstStyle>
            <a:defPPr>
              <a:defRPr lang="en-US"/>
            </a:defPPr>
            <a:lvl1pPr marL="0" algn="l" defTabSz="457200" rtl="0" eaLnBrk="1" latinLnBrk="0" hangingPunct="1">
              <a:defRPr sz="2400" kern="1200">
                <a:solidFill>
                  <a:schemeClr val="tx1"/>
                </a:solidFill>
                <a:latin typeface="Arial Narrow"/>
                <a:ea typeface="+mn-ea"/>
                <a:cs typeface="Arial Narrow"/>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fld id="{14B116A7-1BBE-0246-8B18-68B8A757ECD8}" type="slidenum">
              <a:rPr lang="en-US" sz="2400" smtClean="0"/>
              <a:pPr algn="ctr"/>
              <a:t>‹#›</a:t>
            </a:fld>
            <a:endParaRPr lang="en-US" sz="2400" dirty="0"/>
          </a:p>
        </p:txBody>
      </p:sp>
    </p:spTree>
    <p:extLst>
      <p:ext uri="{BB962C8B-B14F-4D97-AF65-F5344CB8AC3E}">
        <p14:creationId xmlns:p14="http://schemas.microsoft.com/office/powerpoint/2010/main" val="58641340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600" y="141897"/>
            <a:ext cx="10972800" cy="510825"/>
          </a:xfrm>
          <a:prstGeom prst="rect">
            <a:avLst/>
          </a:prstGeom>
        </p:spPr>
        <p:txBody>
          <a:bodyPr/>
          <a:lstStyle>
            <a:lvl1pPr algn="l">
              <a:defRPr sz="2400">
                <a:latin typeface="Arial Narrow"/>
                <a:cs typeface="Arial Narrow"/>
              </a:defRPr>
            </a:lvl1pPr>
          </a:lstStyle>
          <a:p>
            <a:r>
              <a:rPr lang="en-AU" dirty="0"/>
              <a:t>CLICK TO EDIT MASTER TITLE STYLE</a:t>
            </a:r>
            <a:endParaRPr lang="en-US" dirty="0"/>
          </a:p>
        </p:txBody>
      </p:sp>
      <p:sp>
        <p:nvSpPr>
          <p:cNvPr id="3" name="Content Placeholder 2"/>
          <p:cNvSpPr>
            <a:spLocks noGrp="1"/>
          </p:cNvSpPr>
          <p:nvPr>
            <p:ph sz="half" idx="1"/>
          </p:nvPr>
        </p:nvSpPr>
        <p:spPr>
          <a:xfrm>
            <a:off x="609600" y="1231261"/>
            <a:ext cx="5384800" cy="4525963"/>
          </a:xfrm>
          <a:prstGeom prst="rect">
            <a:avLst/>
          </a:prstGeom>
        </p:spPr>
        <p:txBody>
          <a:bodyPr/>
          <a:lstStyle>
            <a:lvl1pPr marL="342900" indent="-342900">
              <a:buFont typeface="Wingdings" charset="2"/>
              <a:buChar char="§"/>
              <a:defRPr sz="2400">
                <a:latin typeface="Arial"/>
                <a:cs typeface="Arial"/>
              </a:defRPr>
            </a:lvl1pPr>
            <a:lvl2pPr>
              <a:defRPr sz="2000">
                <a:latin typeface="Arial"/>
                <a:cs typeface="Arial"/>
              </a:defRPr>
            </a:lvl2pPr>
            <a:lvl3pPr marL="1143000" indent="-228600">
              <a:buFont typeface="Wingdings" charset="2"/>
              <a:buChar char="§"/>
              <a:defRPr sz="1800">
                <a:latin typeface="Arial"/>
                <a:cs typeface="Arial"/>
              </a:defRPr>
            </a:lvl3pPr>
            <a:lvl4pPr>
              <a:defRPr sz="1600">
                <a:latin typeface="Arial"/>
                <a:cs typeface="Arial"/>
              </a:defRPr>
            </a:lvl4pPr>
            <a:lvl5pPr>
              <a:defRPr sz="1800">
                <a:latin typeface="Arial"/>
                <a:cs typeface="Arial"/>
              </a:defRPr>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p:txBody>
      </p:sp>
      <p:sp>
        <p:nvSpPr>
          <p:cNvPr id="4" name="Content Placeholder 3"/>
          <p:cNvSpPr>
            <a:spLocks noGrp="1"/>
          </p:cNvSpPr>
          <p:nvPr>
            <p:ph sz="half" idx="2"/>
          </p:nvPr>
        </p:nvSpPr>
        <p:spPr>
          <a:xfrm>
            <a:off x="6197600" y="1231261"/>
            <a:ext cx="5384800" cy="4525963"/>
          </a:xfrm>
          <a:prstGeom prst="rect">
            <a:avLst/>
          </a:prstGeom>
        </p:spPr>
        <p:txBody>
          <a:bodyPr/>
          <a:lstStyle>
            <a:lvl1pPr marL="342900" indent="-342900">
              <a:buFont typeface="Wingdings" charset="2"/>
              <a:buChar char="§"/>
              <a:defRPr sz="2400">
                <a:latin typeface="Arial"/>
                <a:cs typeface="Arial"/>
              </a:defRPr>
            </a:lvl1pPr>
            <a:lvl2pPr>
              <a:defRPr sz="2000">
                <a:latin typeface="Arial"/>
                <a:cs typeface="Arial"/>
              </a:defRPr>
            </a:lvl2pPr>
            <a:lvl3pPr marL="1143000" indent="-228600">
              <a:buFont typeface="Wingdings" charset="2"/>
              <a:buChar char="§"/>
              <a:defRPr sz="1800">
                <a:latin typeface="Arial"/>
                <a:cs typeface="Arial"/>
              </a:defRPr>
            </a:lvl3pPr>
            <a:lvl4pPr>
              <a:defRPr sz="1600">
                <a:latin typeface="Arial"/>
                <a:cs typeface="Arial"/>
              </a:defRPr>
            </a:lvl4pPr>
            <a:lvl5pPr>
              <a:defRPr sz="1800">
                <a:latin typeface="Arial"/>
                <a:cs typeface="Arial"/>
              </a:defRPr>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p:txBody>
      </p:sp>
      <p:sp>
        <p:nvSpPr>
          <p:cNvPr id="7" name="Slide Number Placeholder 6"/>
          <p:cNvSpPr txBox="1">
            <a:spLocks/>
          </p:cNvSpPr>
          <p:nvPr userDrawn="1"/>
        </p:nvSpPr>
        <p:spPr>
          <a:xfrm>
            <a:off x="5435847" y="6356351"/>
            <a:ext cx="1320307" cy="365125"/>
          </a:xfrm>
          <a:prstGeom prst="rect">
            <a:avLst/>
          </a:prstGeom>
        </p:spPr>
        <p:txBody>
          <a:bodyPr vert="horz" lIns="91440" tIns="45720" rIns="91440" bIns="45720" rtlCol="0" anchor="ctr"/>
          <a:lstStyle>
            <a:defPPr>
              <a:defRPr lang="en-US"/>
            </a:defPPr>
            <a:lvl1pPr marL="0" algn="l" defTabSz="457200" rtl="0" eaLnBrk="1" latinLnBrk="0" hangingPunct="1">
              <a:defRPr sz="2400" kern="1200">
                <a:solidFill>
                  <a:schemeClr val="tx1"/>
                </a:solidFill>
                <a:latin typeface="Arial Narrow"/>
                <a:ea typeface="+mn-ea"/>
                <a:cs typeface="Arial Narrow"/>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fld id="{14B116A7-1BBE-0246-8B18-68B8A757ECD8}" type="slidenum">
              <a:rPr lang="en-US" sz="2400" smtClean="0"/>
              <a:pPr algn="ctr"/>
              <a:t>‹#›</a:t>
            </a:fld>
            <a:endParaRPr lang="en-US" sz="2400" dirty="0"/>
          </a:p>
        </p:txBody>
      </p:sp>
    </p:spTree>
    <p:extLst>
      <p:ext uri="{BB962C8B-B14F-4D97-AF65-F5344CB8AC3E}">
        <p14:creationId xmlns:p14="http://schemas.microsoft.com/office/powerpoint/2010/main" val="104632007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2_Text &amp; diagram">
    <p:spTree>
      <p:nvGrpSpPr>
        <p:cNvPr id="1" name=""/>
        <p:cNvGrpSpPr/>
        <p:nvPr/>
      </p:nvGrpSpPr>
      <p:grpSpPr>
        <a:xfrm>
          <a:off x="0" y="0"/>
          <a:ext cx="0" cy="0"/>
          <a:chOff x="0" y="0"/>
          <a:chExt cx="0" cy="0"/>
        </a:xfrm>
      </p:grpSpPr>
      <p:sp>
        <p:nvSpPr>
          <p:cNvPr id="10" name="Picture Placeholder 2"/>
          <p:cNvSpPr>
            <a:spLocks noGrp="1"/>
          </p:cNvSpPr>
          <p:nvPr>
            <p:ph type="pic" idx="15"/>
          </p:nvPr>
        </p:nvSpPr>
        <p:spPr>
          <a:xfrm>
            <a:off x="4381704" y="1088126"/>
            <a:ext cx="7349104" cy="4743791"/>
          </a:xfrm>
          <a:prstGeom prst="rect">
            <a:avLst/>
          </a:prstGeom>
        </p:spPr>
        <p:txBody>
          <a:bodyPr/>
          <a:lstStyle>
            <a:lvl1pPr marL="0" indent="0">
              <a:buNone/>
              <a:defRPr sz="3200">
                <a:latin typeface="Arial"/>
                <a:cs typeface="Aria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2" name="Title 1"/>
          <p:cNvSpPr>
            <a:spLocks noGrp="1"/>
          </p:cNvSpPr>
          <p:nvPr>
            <p:ph type="title" hasCustomPrompt="1"/>
          </p:nvPr>
        </p:nvSpPr>
        <p:spPr>
          <a:xfrm>
            <a:off x="609600" y="141897"/>
            <a:ext cx="10972800" cy="510825"/>
          </a:xfrm>
          <a:prstGeom prst="rect">
            <a:avLst/>
          </a:prstGeom>
        </p:spPr>
        <p:txBody>
          <a:bodyPr/>
          <a:lstStyle>
            <a:lvl1pPr algn="l">
              <a:defRPr sz="2400">
                <a:latin typeface="Arial Narrow"/>
                <a:cs typeface="Arial Narrow"/>
              </a:defRPr>
            </a:lvl1pPr>
          </a:lstStyle>
          <a:p>
            <a:r>
              <a:rPr lang="en-AU" dirty="0"/>
              <a:t>CLICK TO EDIT MASTER TITLE STYLE</a:t>
            </a:r>
            <a:endParaRPr lang="en-US" dirty="0"/>
          </a:p>
        </p:txBody>
      </p:sp>
      <p:sp>
        <p:nvSpPr>
          <p:cNvPr id="9" name="Content Placeholder 2"/>
          <p:cNvSpPr>
            <a:spLocks noGrp="1"/>
          </p:cNvSpPr>
          <p:nvPr>
            <p:ph idx="14"/>
          </p:nvPr>
        </p:nvSpPr>
        <p:spPr>
          <a:xfrm>
            <a:off x="609600" y="1088126"/>
            <a:ext cx="3312888" cy="4743791"/>
          </a:xfrm>
          <a:prstGeom prst="rect">
            <a:avLst/>
          </a:prstGeom>
        </p:spPr>
        <p:txBody>
          <a:bodyPr/>
          <a:lstStyle>
            <a:lvl1pPr marL="342900" indent="-342900">
              <a:buFont typeface="Wingdings" charset="2"/>
              <a:buChar char="§"/>
              <a:defRPr sz="2400">
                <a:latin typeface="Arial"/>
                <a:cs typeface="Arial"/>
              </a:defRPr>
            </a:lvl1pPr>
            <a:lvl2pPr>
              <a:defRPr sz="2000"/>
            </a:lvl2pPr>
            <a:lvl3pPr marL="1143000" indent="-228600">
              <a:buFont typeface="Wingdings" charset="2"/>
              <a:buChar char="§"/>
              <a:defRPr sz="1800"/>
            </a:lvl3pPr>
            <a:lvl4pPr>
              <a:defRPr sz="1600"/>
            </a:lvl4pPr>
          </a:lstStyle>
          <a:p>
            <a:pPr lvl="0"/>
            <a:r>
              <a:rPr lang="en-US"/>
              <a:t>Edit Master text styles</a:t>
            </a:r>
          </a:p>
          <a:p>
            <a:pPr lvl="1"/>
            <a:r>
              <a:rPr lang="en-US"/>
              <a:t>Second level</a:t>
            </a:r>
          </a:p>
          <a:p>
            <a:pPr lvl="2"/>
            <a:r>
              <a:rPr lang="en-US"/>
              <a:t>Third level</a:t>
            </a:r>
          </a:p>
          <a:p>
            <a:pPr lvl="3"/>
            <a:r>
              <a:rPr lang="en-US"/>
              <a:t>Fourth level</a:t>
            </a:r>
          </a:p>
        </p:txBody>
      </p:sp>
      <p:sp>
        <p:nvSpPr>
          <p:cNvPr id="7" name="Slide Number Placeholder 6"/>
          <p:cNvSpPr txBox="1">
            <a:spLocks/>
          </p:cNvSpPr>
          <p:nvPr userDrawn="1"/>
        </p:nvSpPr>
        <p:spPr>
          <a:xfrm>
            <a:off x="5435847" y="6356351"/>
            <a:ext cx="1320307" cy="365125"/>
          </a:xfrm>
          <a:prstGeom prst="rect">
            <a:avLst/>
          </a:prstGeom>
        </p:spPr>
        <p:txBody>
          <a:bodyPr vert="horz" lIns="91440" tIns="45720" rIns="91440" bIns="45720" rtlCol="0" anchor="ctr"/>
          <a:lstStyle>
            <a:defPPr>
              <a:defRPr lang="en-US"/>
            </a:defPPr>
            <a:lvl1pPr marL="0" algn="l" defTabSz="457200" rtl="0" eaLnBrk="1" latinLnBrk="0" hangingPunct="1">
              <a:defRPr sz="2400" kern="1200">
                <a:solidFill>
                  <a:schemeClr val="tx1"/>
                </a:solidFill>
                <a:latin typeface="Arial Narrow"/>
                <a:ea typeface="+mn-ea"/>
                <a:cs typeface="Arial Narrow"/>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fld id="{14B116A7-1BBE-0246-8B18-68B8A757ECD8}" type="slidenum">
              <a:rPr lang="en-US" sz="2400" smtClean="0"/>
              <a:pPr algn="ctr"/>
              <a:t>‹#›</a:t>
            </a:fld>
            <a:endParaRPr lang="en-US" sz="2400" dirty="0"/>
          </a:p>
        </p:txBody>
      </p:sp>
    </p:spTree>
    <p:extLst>
      <p:ext uri="{BB962C8B-B14F-4D97-AF65-F5344CB8AC3E}">
        <p14:creationId xmlns:p14="http://schemas.microsoft.com/office/powerpoint/2010/main" val="335573586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11" name="Picture Placeholder 2"/>
          <p:cNvSpPr>
            <a:spLocks noGrp="1"/>
          </p:cNvSpPr>
          <p:nvPr>
            <p:ph type="pic" idx="1"/>
          </p:nvPr>
        </p:nvSpPr>
        <p:spPr>
          <a:xfrm>
            <a:off x="679260" y="1031359"/>
            <a:ext cx="11051549" cy="4871506"/>
          </a:xfrm>
          <a:prstGeom prst="rect">
            <a:avLst/>
          </a:prstGeom>
        </p:spPr>
        <p:txBody>
          <a:bodyPr/>
          <a:lstStyle>
            <a:lvl1pPr marL="0" indent="0">
              <a:buNone/>
              <a:defRPr sz="3200">
                <a:latin typeface="Arial"/>
                <a:cs typeface="Aria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3" name="Title 2"/>
          <p:cNvSpPr>
            <a:spLocks noGrp="1"/>
          </p:cNvSpPr>
          <p:nvPr>
            <p:ph type="title" hasCustomPrompt="1"/>
          </p:nvPr>
        </p:nvSpPr>
        <p:spPr>
          <a:xfrm>
            <a:off x="620809" y="141897"/>
            <a:ext cx="11110000" cy="487491"/>
          </a:xfrm>
          <a:prstGeom prst="rect">
            <a:avLst/>
          </a:prstGeom>
        </p:spPr>
        <p:txBody>
          <a:bodyPr/>
          <a:lstStyle>
            <a:lvl1pPr algn="l">
              <a:defRPr sz="2400">
                <a:latin typeface="Arial Narrow" charset="0"/>
                <a:ea typeface="Arial Narrow" charset="0"/>
                <a:cs typeface="Arial Narrow" charset="0"/>
              </a:defRPr>
            </a:lvl1pPr>
          </a:lstStyle>
          <a:p>
            <a:r>
              <a:rPr lang="en-AU" dirty="0"/>
              <a:t>CLICK TO EDIT MASTER TITLE STYLE</a:t>
            </a:r>
            <a:endParaRPr lang="en-US" dirty="0"/>
          </a:p>
        </p:txBody>
      </p:sp>
      <p:sp>
        <p:nvSpPr>
          <p:cNvPr id="6" name="Slide Number Placeholder 6"/>
          <p:cNvSpPr txBox="1">
            <a:spLocks/>
          </p:cNvSpPr>
          <p:nvPr userDrawn="1"/>
        </p:nvSpPr>
        <p:spPr>
          <a:xfrm>
            <a:off x="5435847" y="6356351"/>
            <a:ext cx="1320307" cy="365125"/>
          </a:xfrm>
          <a:prstGeom prst="rect">
            <a:avLst/>
          </a:prstGeom>
        </p:spPr>
        <p:txBody>
          <a:bodyPr vert="horz" lIns="91440" tIns="45720" rIns="91440" bIns="45720" rtlCol="0" anchor="ctr"/>
          <a:lstStyle>
            <a:defPPr>
              <a:defRPr lang="en-US"/>
            </a:defPPr>
            <a:lvl1pPr marL="0" algn="l" defTabSz="457200" rtl="0" eaLnBrk="1" latinLnBrk="0" hangingPunct="1">
              <a:defRPr sz="2400" kern="1200">
                <a:solidFill>
                  <a:schemeClr val="tx1"/>
                </a:solidFill>
                <a:latin typeface="Arial Narrow"/>
                <a:ea typeface="+mn-ea"/>
                <a:cs typeface="Arial Narrow"/>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fld id="{14B116A7-1BBE-0246-8B18-68B8A757ECD8}" type="slidenum">
              <a:rPr lang="en-US" sz="2400" smtClean="0"/>
              <a:pPr algn="ctr"/>
              <a:t>‹#›</a:t>
            </a:fld>
            <a:endParaRPr lang="en-US" sz="2400" dirty="0"/>
          </a:p>
        </p:txBody>
      </p:sp>
    </p:spTree>
    <p:extLst>
      <p:ext uri="{BB962C8B-B14F-4D97-AF65-F5344CB8AC3E}">
        <p14:creationId xmlns:p14="http://schemas.microsoft.com/office/powerpoint/2010/main" val="412801582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912284" y="944564"/>
            <a:ext cx="10936816" cy="604837"/>
          </a:xfrm>
          <a:prstGeom prst="rect">
            <a:avLst/>
          </a:prstGeom>
        </p:spPr>
        <p:txBody>
          <a:bodyPr/>
          <a:lstStyle/>
          <a:p>
            <a:r>
              <a:rPr lang="en-US"/>
              <a:t>Click to edit Master title style</a:t>
            </a:r>
            <a:endParaRPr lang="en-MY"/>
          </a:p>
        </p:txBody>
      </p:sp>
      <p:sp>
        <p:nvSpPr>
          <p:cNvPr id="3" name="Rectangle 3"/>
          <p:cNvSpPr>
            <a:spLocks noGrp="1" noChangeArrowheads="1"/>
          </p:cNvSpPr>
          <p:nvPr>
            <p:ph type="dt" idx="10"/>
          </p:nvPr>
        </p:nvSpPr>
        <p:spPr>
          <a:xfrm>
            <a:off x="9793818" y="6542088"/>
            <a:ext cx="1587500" cy="138112"/>
          </a:xfrm>
          <a:prstGeom prst="rect">
            <a:avLst/>
          </a:prstGeom>
          <a:ln/>
        </p:spPr>
        <p:txBody>
          <a:bodyPr/>
          <a:lstStyle>
            <a:lvl1pPr>
              <a:defRPr/>
            </a:lvl1pPr>
          </a:lstStyle>
          <a:p>
            <a:pPr>
              <a:defRPr/>
            </a:pPr>
            <a:endParaRPr lang="en-AU" altLang="en-US"/>
          </a:p>
        </p:txBody>
      </p:sp>
      <p:sp>
        <p:nvSpPr>
          <p:cNvPr id="4" name="Rectangle 4"/>
          <p:cNvSpPr>
            <a:spLocks noGrp="1" noChangeArrowheads="1"/>
          </p:cNvSpPr>
          <p:nvPr>
            <p:ph type="ftr" idx="11"/>
          </p:nvPr>
        </p:nvSpPr>
        <p:spPr>
          <a:xfrm>
            <a:off x="4165600" y="6356351"/>
            <a:ext cx="3860800" cy="365125"/>
          </a:xfrm>
          <a:prstGeom prst="rect">
            <a:avLst/>
          </a:prstGeom>
          <a:ln/>
        </p:spPr>
        <p:txBody>
          <a:bodyPr/>
          <a:lstStyle>
            <a:lvl1pPr>
              <a:defRPr/>
            </a:lvl1pPr>
          </a:lstStyle>
          <a:p>
            <a:pPr>
              <a:defRPr/>
            </a:pPr>
            <a:endParaRPr lang="en-AU" altLang="en-US"/>
          </a:p>
        </p:txBody>
      </p:sp>
      <p:sp>
        <p:nvSpPr>
          <p:cNvPr id="5" name="Rectangle 5"/>
          <p:cNvSpPr>
            <a:spLocks noGrp="1" noChangeArrowheads="1"/>
          </p:cNvSpPr>
          <p:nvPr>
            <p:ph type="sldNum" idx="12"/>
          </p:nvPr>
        </p:nvSpPr>
        <p:spPr>
          <a:ln/>
        </p:spPr>
        <p:txBody>
          <a:bodyPr/>
          <a:lstStyle>
            <a:lvl1pPr>
              <a:defRPr/>
            </a:lvl1pPr>
          </a:lstStyle>
          <a:p>
            <a:fld id="{6BC81E26-17D9-47C5-A402-BC342BFCF728}" type="slidenum">
              <a:rPr lang="en-AU" altLang="en-US"/>
              <a:pPr/>
              <a:t>‹#›</a:t>
            </a:fld>
            <a:endParaRPr lang="en-AU" altLang="en-US"/>
          </a:p>
        </p:txBody>
      </p:sp>
    </p:spTree>
    <p:extLst>
      <p:ext uri="{BB962C8B-B14F-4D97-AF65-F5344CB8AC3E}">
        <p14:creationId xmlns:p14="http://schemas.microsoft.com/office/powerpoint/2010/main" val="303722267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Section Break 2">
    <p:spTree>
      <p:nvGrpSpPr>
        <p:cNvPr id="1" name=""/>
        <p:cNvGrpSpPr/>
        <p:nvPr/>
      </p:nvGrpSpPr>
      <p:grpSpPr>
        <a:xfrm>
          <a:off x="0" y="0"/>
          <a:ext cx="0" cy="0"/>
          <a:chOff x="0" y="0"/>
          <a:chExt cx="0" cy="0"/>
        </a:xfrm>
      </p:grpSpPr>
      <p:sp>
        <p:nvSpPr>
          <p:cNvPr id="6" name="Title 1"/>
          <p:cNvSpPr>
            <a:spLocks noGrp="1"/>
          </p:cNvSpPr>
          <p:nvPr>
            <p:ph type="ctrTitle" hasCustomPrompt="1"/>
          </p:nvPr>
        </p:nvSpPr>
        <p:spPr>
          <a:xfrm>
            <a:off x="377993" y="2362515"/>
            <a:ext cx="7325545" cy="1470025"/>
          </a:xfrm>
          <a:prstGeom prst="rect">
            <a:avLst/>
          </a:prstGeom>
        </p:spPr>
        <p:txBody>
          <a:bodyPr anchor="ctr"/>
          <a:lstStyle>
            <a:lvl1pPr algn="l">
              <a:defRPr sz="2800">
                <a:latin typeface="Arial Narrow"/>
                <a:cs typeface="Arial Narrow"/>
              </a:defRPr>
            </a:lvl1pPr>
          </a:lstStyle>
          <a:p>
            <a:r>
              <a:rPr lang="en-US" sz="3000" dirty="0">
                <a:solidFill>
                  <a:srgbClr val="000000"/>
                </a:solidFill>
                <a:latin typeface="Arial Narrow"/>
                <a:cs typeface="Arial Narrow"/>
              </a:rPr>
              <a:t>SECTION BREAK 2 </a:t>
            </a:r>
            <a:br>
              <a:rPr lang="en-US" sz="3000" dirty="0">
                <a:solidFill>
                  <a:srgbClr val="000000"/>
                </a:solidFill>
                <a:latin typeface="Arial Narrow"/>
                <a:cs typeface="Arial Narrow"/>
              </a:rPr>
            </a:br>
            <a:r>
              <a:rPr lang="en-US" sz="3000" dirty="0">
                <a:solidFill>
                  <a:srgbClr val="000000"/>
                </a:solidFill>
                <a:latin typeface="Arial Narrow"/>
                <a:cs typeface="Arial Narrow"/>
              </a:rPr>
              <a:t>(30pt Arial Narrow)</a:t>
            </a:r>
          </a:p>
        </p:txBody>
      </p:sp>
    </p:spTree>
    <p:extLst>
      <p:ext uri="{BB962C8B-B14F-4D97-AF65-F5344CB8AC3E}">
        <p14:creationId xmlns:p14="http://schemas.microsoft.com/office/powerpoint/2010/main" val="127995121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Section Break 1">
    <p:spTree>
      <p:nvGrpSpPr>
        <p:cNvPr id="1" name=""/>
        <p:cNvGrpSpPr/>
        <p:nvPr/>
      </p:nvGrpSpPr>
      <p:grpSpPr>
        <a:xfrm>
          <a:off x="0" y="0"/>
          <a:ext cx="0" cy="0"/>
          <a:chOff x="0" y="0"/>
          <a:chExt cx="0" cy="0"/>
        </a:xfrm>
      </p:grpSpPr>
      <p:sp>
        <p:nvSpPr>
          <p:cNvPr id="11" name="Text Placeholder 10"/>
          <p:cNvSpPr>
            <a:spLocks noGrp="1"/>
          </p:cNvSpPr>
          <p:nvPr>
            <p:ph type="body" sz="quarter" idx="10" hasCustomPrompt="1"/>
          </p:nvPr>
        </p:nvSpPr>
        <p:spPr>
          <a:xfrm>
            <a:off x="459513" y="2582358"/>
            <a:ext cx="7101769" cy="1963182"/>
          </a:xfrm>
          <a:prstGeom prst="rect">
            <a:avLst/>
          </a:prstGeom>
        </p:spPr>
        <p:txBody>
          <a:bodyPr vert="horz" anchor="t"/>
          <a:lstStyle>
            <a:lvl1pPr marL="0" indent="0">
              <a:buNone/>
              <a:defRPr sz="3000" baseline="0">
                <a:solidFill>
                  <a:schemeClr val="bg1"/>
                </a:solidFill>
                <a:latin typeface="Arial Narrow"/>
                <a:cs typeface="Arial Narrow"/>
              </a:defRPr>
            </a:lvl1pPr>
          </a:lstStyle>
          <a:p>
            <a:pPr lvl="0"/>
            <a:r>
              <a:rPr lang="en-AU" dirty="0"/>
              <a:t>SECTION BREAK 1 </a:t>
            </a:r>
            <a:br>
              <a:rPr lang="en-AU" dirty="0"/>
            </a:br>
            <a:r>
              <a:rPr lang="en-AU" dirty="0"/>
              <a:t>(30pt Arial Narrow)</a:t>
            </a:r>
          </a:p>
        </p:txBody>
      </p:sp>
    </p:spTree>
    <p:extLst>
      <p:ext uri="{BB962C8B-B14F-4D97-AF65-F5344CB8AC3E}">
        <p14:creationId xmlns:p14="http://schemas.microsoft.com/office/powerpoint/2010/main" val="284762608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9" name="Slide Number Placeholder 6"/>
          <p:cNvSpPr txBox="1">
            <a:spLocks/>
          </p:cNvSpPr>
          <p:nvPr userDrawn="1"/>
        </p:nvSpPr>
        <p:spPr>
          <a:xfrm>
            <a:off x="10128808" y="6376720"/>
            <a:ext cx="1616253" cy="365125"/>
          </a:xfrm>
          <a:prstGeom prst="rect">
            <a:avLst/>
          </a:prstGeom>
        </p:spPr>
        <p:txBody>
          <a:bodyPr vert="horz" lIns="91440" tIns="45720" rIns="91440" bIns="45720" rtlCol="0" anchor="ctr"/>
          <a:lstStyle>
            <a:defPPr>
              <a:defRPr lang="en-US"/>
            </a:defPPr>
            <a:lvl1pPr marL="0" algn="l" defTabSz="457200" rtl="0" eaLnBrk="1" latinLnBrk="0" hangingPunct="1">
              <a:defRPr sz="2400" kern="1200">
                <a:solidFill>
                  <a:schemeClr val="tx1"/>
                </a:solidFill>
                <a:latin typeface="Arial Narrow"/>
                <a:ea typeface="+mn-ea"/>
                <a:cs typeface="Arial Narrow"/>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14B116A7-1BBE-0246-8B18-68B8A757ECD8}" type="slidenum">
              <a:rPr lang="en-US" sz="2400" smtClean="0">
                <a:solidFill>
                  <a:schemeClr val="bg1">
                    <a:lumMod val="50000"/>
                  </a:schemeClr>
                </a:solidFill>
              </a:rPr>
              <a:pPr algn="r"/>
              <a:t>‹#›</a:t>
            </a:fld>
            <a:endParaRPr lang="en-US" sz="2400" dirty="0">
              <a:solidFill>
                <a:schemeClr val="bg1">
                  <a:lumMod val="50000"/>
                </a:schemeClr>
              </a:solidFill>
            </a:endParaRPr>
          </a:p>
        </p:txBody>
      </p:sp>
      <p:sp>
        <p:nvSpPr>
          <p:cNvPr id="10" name="Text Placeholder 9"/>
          <p:cNvSpPr>
            <a:spLocks noGrp="1"/>
          </p:cNvSpPr>
          <p:nvPr>
            <p:ph type="body" sz="quarter" idx="10" hasCustomPrompt="1"/>
          </p:nvPr>
        </p:nvSpPr>
        <p:spPr>
          <a:xfrm>
            <a:off x="370737" y="217549"/>
            <a:ext cx="6964156" cy="774054"/>
          </a:xfrm>
          <a:prstGeom prst="rect">
            <a:avLst/>
          </a:prstGeom>
        </p:spPr>
        <p:txBody>
          <a:bodyPr vert="horz"/>
          <a:lstStyle>
            <a:lvl1pPr marL="0" indent="0">
              <a:lnSpc>
                <a:spcPct val="90000"/>
              </a:lnSpc>
              <a:buNone/>
              <a:defRPr sz="2400">
                <a:latin typeface="Arial Narrow"/>
                <a:cs typeface="Arial Narrow"/>
              </a:defRPr>
            </a:lvl1pPr>
          </a:lstStyle>
          <a:p>
            <a:pPr lvl="0"/>
            <a:r>
              <a:rPr lang="en-US" sz="2400" dirty="0">
                <a:latin typeface="Arial Narrow"/>
                <a:cs typeface="Arial Narrow"/>
              </a:rPr>
              <a:t>CONTENT PAGE 2</a:t>
            </a:r>
            <a:br>
              <a:rPr lang="en-US" sz="2400" dirty="0">
                <a:latin typeface="Arial Narrow"/>
                <a:cs typeface="Arial Narrow"/>
              </a:rPr>
            </a:br>
            <a:r>
              <a:rPr lang="en-US" sz="2400" dirty="0">
                <a:latin typeface="Arial Narrow"/>
                <a:cs typeface="Arial Narrow"/>
              </a:rPr>
              <a:t>2 LINES (24pt Arial Narrow)</a:t>
            </a:r>
            <a:endParaRPr lang="en-US" dirty="0"/>
          </a:p>
        </p:txBody>
      </p:sp>
    </p:spTree>
    <p:extLst>
      <p:ext uri="{BB962C8B-B14F-4D97-AF65-F5344CB8AC3E}">
        <p14:creationId xmlns:p14="http://schemas.microsoft.com/office/powerpoint/2010/main" val="154739334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wo line header">
    <p:spTree>
      <p:nvGrpSpPr>
        <p:cNvPr id="1" name=""/>
        <p:cNvGrpSpPr/>
        <p:nvPr/>
      </p:nvGrpSpPr>
      <p:grpSpPr>
        <a:xfrm>
          <a:off x="0" y="0"/>
          <a:ext cx="0" cy="0"/>
          <a:chOff x="0" y="0"/>
          <a:chExt cx="0" cy="0"/>
        </a:xfrm>
      </p:grpSpPr>
      <p:sp>
        <p:nvSpPr>
          <p:cNvPr id="3" name="Content Placeholder 2"/>
          <p:cNvSpPr>
            <a:spLocks noGrp="1"/>
          </p:cNvSpPr>
          <p:nvPr>
            <p:ph idx="1"/>
          </p:nvPr>
        </p:nvSpPr>
        <p:spPr>
          <a:xfrm>
            <a:off x="478367" y="1600201"/>
            <a:ext cx="10972800" cy="4525963"/>
          </a:xfrm>
          <a:prstGeom prst="rect">
            <a:avLst/>
          </a:prstGeom>
        </p:spPr>
        <p:txBody>
          <a:bodyPr/>
          <a:lstStyle>
            <a:lvl1pPr marL="342900" indent="-342900">
              <a:buFont typeface="Wingdings" charset="2"/>
              <a:buChar char="§"/>
              <a:defRPr sz="2400">
                <a:latin typeface="Arial"/>
                <a:cs typeface="Arial"/>
              </a:defRPr>
            </a:lvl1pPr>
            <a:lvl2pPr>
              <a:defRPr sz="2000"/>
            </a:lvl2pPr>
            <a:lvl3pPr marL="1143000" indent="-228600">
              <a:buFont typeface="Wingdings" charset="2"/>
              <a:buChar char="§"/>
              <a:defRPr sz="1800"/>
            </a:lvl3pPr>
            <a:lvl4pPr>
              <a:defRPr sz="1600"/>
            </a:lvl4pPr>
          </a:lstStyle>
          <a:p>
            <a:pPr lvl="0"/>
            <a:r>
              <a:rPr lang="en-US"/>
              <a:t>Edit Master text styles</a:t>
            </a:r>
          </a:p>
          <a:p>
            <a:pPr lvl="1"/>
            <a:r>
              <a:rPr lang="en-US"/>
              <a:t>Second level</a:t>
            </a:r>
          </a:p>
          <a:p>
            <a:pPr lvl="2"/>
            <a:r>
              <a:rPr lang="en-US"/>
              <a:t>Third level</a:t>
            </a:r>
          </a:p>
          <a:p>
            <a:pPr lvl="3"/>
            <a:r>
              <a:rPr lang="en-US"/>
              <a:t>Fourth level</a:t>
            </a:r>
          </a:p>
        </p:txBody>
      </p:sp>
      <p:sp>
        <p:nvSpPr>
          <p:cNvPr id="8" name="Slide Number Placeholder 6"/>
          <p:cNvSpPr txBox="1">
            <a:spLocks/>
          </p:cNvSpPr>
          <p:nvPr userDrawn="1"/>
        </p:nvSpPr>
        <p:spPr>
          <a:xfrm>
            <a:off x="10128808" y="6376720"/>
            <a:ext cx="1616253" cy="365125"/>
          </a:xfrm>
          <a:prstGeom prst="rect">
            <a:avLst/>
          </a:prstGeom>
        </p:spPr>
        <p:txBody>
          <a:bodyPr vert="horz" lIns="91440" tIns="45720" rIns="91440" bIns="45720" rtlCol="0" anchor="ctr"/>
          <a:lstStyle>
            <a:defPPr>
              <a:defRPr lang="en-US"/>
            </a:defPPr>
            <a:lvl1pPr marL="0" algn="l" defTabSz="457200" rtl="0" eaLnBrk="1" latinLnBrk="0" hangingPunct="1">
              <a:defRPr sz="2400" kern="1200">
                <a:solidFill>
                  <a:schemeClr val="tx1"/>
                </a:solidFill>
                <a:latin typeface="Arial Narrow"/>
                <a:ea typeface="+mn-ea"/>
                <a:cs typeface="Arial Narrow"/>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14B116A7-1BBE-0246-8B18-68B8A757ECD8}" type="slidenum">
              <a:rPr lang="en-US" sz="2400" smtClean="0">
                <a:solidFill>
                  <a:schemeClr val="bg1">
                    <a:lumMod val="50000"/>
                  </a:schemeClr>
                </a:solidFill>
              </a:rPr>
              <a:pPr algn="r"/>
              <a:t>‹#›</a:t>
            </a:fld>
            <a:endParaRPr lang="en-US" sz="2400" dirty="0">
              <a:solidFill>
                <a:schemeClr val="bg1">
                  <a:lumMod val="50000"/>
                </a:schemeClr>
              </a:solidFill>
            </a:endParaRPr>
          </a:p>
        </p:txBody>
      </p:sp>
      <p:sp>
        <p:nvSpPr>
          <p:cNvPr id="5" name="Text Placeholder 9"/>
          <p:cNvSpPr>
            <a:spLocks noGrp="1"/>
          </p:cNvSpPr>
          <p:nvPr>
            <p:ph type="body" sz="quarter" idx="10" hasCustomPrompt="1"/>
          </p:nvPr>
        </p:nvSpPr>
        <p:spPr>
          <a:xfrm>
            <a:off x="370737" y="217549"/>
            <a:ext cx="6964156" cy="774054"/>
          </a:xfrm>
          <a:prstGeom prst="rect">
            <a:avLst/>
          </a:prstGeom>
        </p:spPr>
        <p:txBody>
          <a:bodyPr vert="horz"/>
          <a:lstStyle>
            <a:lvl1pPr marL="0" indent="0">
              <a:lnSpc>
                <a:spcPct val="90000"/>
              </a:lnSpc>
              <a:buNone/>
              <a:defRPr sz="2400">
                <a:latin typeface="Arial Narrow"/>
                <a:cs typeface="Arial Narrow"/>
              </a:defRPr>
            </a:lvl1pPr>
          </a:lstStyle>
          <a:p>
            <a:pPr lvl="0"/>
            <a:r>
              <a:rPr lang="en-US" sz="2400" dirty="0">
                <a:latin typeface="Arial Narrow"/>
                <a:cs typeface="Arial Narrow"/>
              </a:rPr>
              <a:t>CONTENT PAGE 2</a:t>
            </a:r>
            <a:br>
              <a:rPr lang="en-US" sz="2400" dirty="0">
                <a:latin typeface="Arial Narrow"/>
                <a:cs typeface="Arial Narrow"/>
              </a:rPr>
            </a:br>
            <a:r>
              <a:rPr lang="en-US" sz="2400" dirty="0">
                <a:latin typeface="Arial Narrow"/>
                <a:cs typeface="Arial Narrow"/>
              </a:rPr>
              <a:t>2 LINES (24pt Arial Narrow)</a:t>
            </a:r>
            <a:endParaRPr lang="en-US" dirty="0"/>
          </a:p>
        </p:txBody>
      </p:sp>
    </p:spTree>
    <p:extLst>
      <p:ext uri="{BB962C8B-B14F-4D97-AF65-F5344CB8AC3E}">
        <p14:creationId xmlns:p14="http://schemas.microsoft.com/office/powerpoint/2010/main" val="48751427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wo column tex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508000" y="1600201"/>
            <a:ext cx="5384800" cy="4525963"/>
          </a:xfrm>
          <a:prstGeom prst="rect">
            <a:avLst/>
          </a:prstGeom>
        </p:spPr>
        <p:txBody>
          <a:bodyPr/>
          <a:lstStyle>
            <a:lvl1pPr marL="342900" indent="-342900">
              <a:buFont typeface="Wingdings" charset="2"/>
              <a:buChar char="§"/>
              <a:defRPr sz="2400">
                <a:latin typeface="Arial"/>
                <a:cs typeface="Arial"/>
              </a:defRPr>
            </a:lvl1pPr>
            <a:lvl2pPr>
              <a:defRPr sz="2000">
                <a:latin typeface="Arial"/>
                <a:cs typeface="Arial"/>
              </a:defRPr>
            </a:lvl2pPr>
            <a:lvl3pPr marL="1143000" indent="-228600">
              <a:buFont typeface="Wingdings" charset="2"/>
              <a:buChar char="§"/>
              <a:defRPr sz="1800">
                <a:latin typeface="Arial"/>
                <a:cs typeface="Arial"/>
              </a:defRPr>
            </a:lvl3pPr>
            <a:lvl4pPr>
              <a:defRPr sz="1600">
                <a:latin typeface="Arial"/>
                <a:cs typeface="Arial"/>
              </a:defRPr>
            </a:lvl4pPr>
            <a:lvl5pPr>
              <a:defRPr sz="1800">
                <a:latin typeface="Arial"/>
                <a:cs typeface="Arial"/>
              </a:defRPr>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p:txBody>
      </p:sp>
      <p:sp>
        <p:nvSpPr>
          <p:cNvPr id="4" name="Content Placeholder 3"/>
          <p:cNvSpPr>
            <a:spLocks noGrp="1"/>
          </p:cNvSpPr>
          <p:nvPr>
            <p:ph sz="half" idx="2"/>
          </p:nvPr>
        </p:nvSpPr>
        <p:spPr>
          <a:xfrm>
            <a:off x="6096000" y="1600201"/>
            <a:ext cx="5384800" cy="4525963"/>
          </a:xfrm>
          <a:prstGeom prst="rect">
            <a:avLst/>
          </a:prstGeom>
        </p:spPr>
        <p:txBody>
          <a:bodyPr/>
          <a:lstStyle>
            <a:lvl1pPr marL="342900" indent="-342900">
              <a:buFont typeface="Wingdings" charset="2"/>
              <a:buChar char="§"/>
              <a:defRPr sz="2400">
                <a:latin typeface="Arial"/>
                <a:cs typeface="Arial"/>
              </a:defRPr>
            </a:lvl1pPr>
            <a:lvl2pPr marL="742950" indent="-285750">
              <a:buFont typeface="Wingdings" charset="2"/>
              <a:buChar char="§"/>
              <a:defRPr sz="2000">
                <a:latin typeface="Arial"/>
                <a:cs typeface="Arial"/>
              </a:defRPr>
            </a:lvl2pPr>
            <a:lvl3pPr marL="1143000" indent="-228600">
              <a:buFont typeface="Wingdings" charset="2"/>
              <a:buChar char="§"/>
              <a:defRPr sz="1800">
                <a:latin typeface="Arial"/>
                <a:cs typeface="Arial"/>
              </a:defRPr>
            </a:lvl3pPr>
            <a:lvl4pPr>
              <a:defRPr sz="1600">
                <a:latin typeface="Arial"/>
                <a:cs typeface="Arial"/>
              </a:defRPr>
            </a:lvl4pPr>
            <a:lvl5pPr>
              <a:defRPr sz="1800">
                <a:latin typeface="Arial"/>
                <a:cs typeface="Arial"/>
              </a:defRPr>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p:txBody>
      </p:sp>
      <p:sp>
        <p:nvSpPr>
          <p:cNvPr id="9" name="Slide Number Placeholder 6"/>
          <p:cNvSpPr txBox="1">
            <a:spLocks/>
          </p:cNvSpPr>
          <p:nvPr userDrawn="1"/>
        </p:nvSpPr>
        <p:spPr>
          <a:xfrm>
            <a:off x="10128808" y="6376720"/>
            <a:ext cx="1616253" cy="365125"/>
          </a:xfrm>
          <a:prstGeom prst="rect">
            <a:avLst/>
          </a:prstGeom>
        </p:spPr>
        <p:txBody>
          <a:bodyPr vert="horz" lIns="91440" tIns="45720" rIns="91440" bIns="45720" rtlCol="0" anchor="ctr"/>
          <a:lstStyle>
            <a:defPPr>
              <a:defRPr lang="en-US"/>
            </a:defPPr>
            <a:lvl1pPr marL="0" algn="l" defTabSz="457200" rtl="0" eaLnBrk="1" latinLnBrk="0" hangingPunct="1">
              <a:defRPr sz="2400" kern="1200">
                <a:solidFill>
                  <a:schemeClr val="tx1"/>
                </a:solidFill>
                <a:latin typeface="Arial Narrow"/>
                <a:ea typeface="+mn-ea"/>
                <a:cs typeface="Arial Narrow"/>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14B116A7-1BBE-0246-8B18-68B8A757ECD8}" type="slidenum">
              <a:rPr lang="en-US" sz="2400" smtClean="0">
                <a:solidFill>
                  <a:schemeClr val="bg1">
                    <a:lumMod val="50000"/>
                  </a:schemeClr>
                </a:solidFill>
              </a:rPr>
              <a:pPr algn="r"/>
              <a:t>‹#›</a:t>
            </a:fld>
            <a:endParaRPr lang="en-US" sz="2400" dirty="0">
              <a:solidFill>
                <a:schemeClr val="bg1">
                  <a:lumMod val="50000"/>
                </a:schemeClr>
              </a:solidFill>
            </a:endParaRPr>
          </a:p>
        </p:txBody>
      </p:sp>
      <p:sp>
        <p:nvSpPr>
          <p:cNvPr id="6" name="Text Placeholder 9"/>
          <p:cNvSpPr>
            <a:spLocks noGrp="1"/>
          </p:cNvSpPr>
          <p:nvPr>
            <p:ph type="body" sz="quarter" idx="10" hasCustomPrompt="1"/>
          </p:nvPr>
        </p:nvSpPr>
        <p:spPr>
          <a:xfrm>
            <a:off x="370737" y="217549"/>
            <a:ext cx="6964156" cy="774054"/>
          </a:xfrm>
          <a:prstGeom prst="rect">
            <a:avLst/>
          </a:prstGeom>
        </p:spPr>
        <p:txBody>
          <a:bodyPr vert="horz"/>
          <a:lstStyle>
            <a:lvl1pPr marL="0" indent="0">
              <a:lnSpc>
                <a:spcPct val="90000"/>
              </a:lnSpc>
              <a:buNone/>
              <a:defRPr sz="2400">
                <a:latin typeface="Arial Narrow"/>
                <a:cs typeface="Arial Narrow"/>
              </a:defRPr>
            </a:lvl1pPr>
          </a:lstStyle>
          <a:p>
            <a:pPr lvl="0"/>
            <a:r>
              <a:rPr lang="en-US" sz="2400" dirty="0">
                <a:latin typeface="Arial Narrow"/>
                <a:cs typeface="Arial Narrow"/>
              </a:rPr>
              <a:t>CONTENT PAGE 2</a:t>
            </a:r>
            <a:br>
              <a:rPr lang="en-US" sz="2400" dirty="0">
                <a:latin typeface="Arial Narrow"/>
                <a:cs typeface="Arial Narrow"/>
              </a:rPr>
            </a:br>
            <a:r>
              <a:rPr lang="en-US" sz="2400" dirty="0">
                <a:latin typeface="Arial Narrow"/>
                <a:cs typeface="Arial Narrow"/>
              </a:rPr>
              <a:t>2 LINES (24pt Arial Narrow)</a:t>
            </a:r>
            <a:endParaRPr lang="en-US" dirty="0"/>
          </a:p>
        </p:txBody>
      </p:sp>
    </p:spTree>
    <p:extLst>
      <p:ext uri="{BB962C8B-B14F-4D97-AF65-F5344CB8AC3E}">
        <p14:creationId xmlns:p14="http://schemas.microsoft.com/office/powerpoint/2010/main" val="1743260331"/>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1_Text &amp; image">
    <p:spTree>
      <p:nvGrpSpPr>
        <p:cNvPr id="1" name=""/>
        <p:cNvGrpSpPr/>
        <p:nvPr/>
      </p:nvGrpSpPr>
      <p:grpSpPr>
        <a:xfrm>
          <a:off x="0" y="0"/>
          <a:ext cx="0" cy="0"/>
          <a:chOff x="0" y="0"/>
          <a:chExt cx="0" cy="0"/>
        </a:xfrm>
      </p:grpSpPr>
      <p:sp>
        <p:nvSpPr>
          <p:cNvPr id="3" name="Content Placeholder 2"/>
          <p:cNvSpPr>
            <a:spLocks noGrp="1"/>
          </p:cNvSpPr>
          <p:nvPr>
            <p:ph idx="1"/>
          </p:nvPr>
        </p:nvSpPr>
        <p:spPr>
          <a:xfrm>
            <a:off x="495138" y="1315159"/>
            <a:ext cx="5082791" cy="5006471"/>
          </a:xfrm>
          <a:prstGeom prst="rect">
            <a:avLst/>
          </a:prstGeom>
        </p:spPr>
        <p:txBody>
          <a:bodyPr/>
          <a:lstStyle>
            <a:lvl1pPr marL="342900" indent="-342900">
              <a:buFont typeface="Wingdings" charset="2"/>
              <a:buChar char="§"/>
              <a:defRPr sz="2400">
                <a:latin typeface="Arial"/>
                <a:cs typeface="Arial"/>
              </a:defRPr>
            </a:lvl1pPr>
            <a:lvl2pPr>
              <a:defRPr sz="2000"/>
            </a:lvl2pPr>
            <a:lvl3pPr marL="1143000" indent="-228600">
              <a:buFont typeface="Wingdings" charset="2"/>
              <a:buChar char="§"/>
              <a:defRPr sz="1800"/>
            </a:lvl3pPr>
            <a:lvl4pPr>
              <a:defRPr sz="1600"/>
            </a:lvl4pPr>
          </a:lstStyle>
          <a:p>
            <a:pPr lvl="0"/>
            <a:r>
              <a:rPr lang="en-US"/>
              <a:t>Edit Master text styles</a:t>
            </a:r>
          </a:p>
          <a:p>
            <a:pPr lvl="1"/>
            <a:r>
              <a:rPr lang="en-US"/>
              <a:t>Second level</a:t>
            </a:r>
          </a:p>
          <a:p>
            <a:pPr lvl="2"/>
            <a:r>
              <a:rPr lang="en-US"/>
              <a:t>Third level</a:t>
            </a:r>
          </a:p>
          <a:p>
            <a:pPr lvl="3"/>
            <a:r>
              <a:rPr lang="en-US"/>
              <a:t>Fourth level</a:t>
            </a:r>
          </a:p>
        </p:txBody>
      </p:sp>
      <p:sp>
        <p:nvSpPr>
          <p:cNvPr id="8" name="Slide Number Placeholder 6"/>
          <p:cNvSpPr txBox="1">
            <a:spLocks/>
          </p:cNvSpPr>
          <p:nvPr userDrawn="1"/>
        </p:nvSpPr>
        <p:spPr>
          <a:xfrm>
            <a:off x="10128808" y="6376720"/>
            <a:ext cx="1616253" cy="365125"/>
          </a:xfrm>
          <a:prstGeom prst="rect">
            <a:avLst/>
          </a:prstGeom>
        </p:spPr>
        <p:txBody>
          <a:bodyPr vert="horz" lIns="91440" tIns="45720" rIns="91440" bIns="45720" rtlCol="0" anchor="ctr"/>
          <a:lstStyle>
            <a:defPPr>
              <a:defRPr lang="en-US"/>
            </a:defPPr>
            <a:lvl1pPr marL="0" algn="l" defTabSz="457200" rtl="0" eaLnBrk="1" latinLnBrk="0" hangingPunct="1">
              <a:defRPr sz="2400" kern="1200">
                <a:solidFill>
                  <a:schemeClr val="tx1"/>
                </a:solidFill>
                <a:latin typeface="Arial Narrow"/>
                <a:ea typeface="+mn-ea"/>
                <a:cs typeface="Arial Narrow"/>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14B116A7-1BBE-0246-8B18-68B8A757ECD8}" type="slidenum">
              <a:rPr lang="en-US" sz="2400" smtClean="0">
                <a:solidFill>
                  <a:schemeClr val="bg1">
                    <a:lumMod val="50000"/>
                  </a:schemeClr>
                </a:solidFill>
              </a:rPr>
              <a:pPr algn="r"/>
              <a:t>‹#›</a:t>
            </a:fld>
            <a:endParaRPr lang="en-US" sz="2400" dirty="0">
              <a:solidFill>
                <a:schemeClr val="bg1">
                  <a:lumMod val="50000"/>
                </a:schemeClr>
              </a:solidFill>
            </a:endParaRPr>
          </a:p>
        </p:txBody>
      </p:sp>
      <p:sp>
        <p:nvSpPr>
          <p:cNvPr id="5" name="Picture Placeholder 2"/>
          <p:cNvSpPr>
            <a:spLocks noGrp="1"/>
          </p:cNvSpPr>
          <p:nvPr>
            <p:ph type="pic" idx="10"/>
          </p:nvPr>
        </p:nvSpPr>
        <p:spPr>
          <a:xfrm>
            <a:off x="6084982" y="1315159"/>
            <a:ext cx="5531365" cy="5006471"/>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6" name="Text Placeholder 9"/>
          <p:cNvSpPr>
            <a:spLocks noGrp="1"/>
          </p:cNvSpPr>
          <p:nvPr>
            <p:ph type="body" sz="quarter" idx="11" hasCustomPrompt="1"/>
          </p:nvPr>
        </p:nvSpPr>
        <p:spPr>
          <a:xfrm>
            <a:off x="370737" y="217549"/>
            <a:ext cx="6964156" cy="774054"/>
          </a:xfrm>
          <a:prstGeom prst="rect">
            <a:avLst/>
          </a:prstGeom>
        </p:spPr>
        <p:txBody>
          <a:bodyPr vert="horz"/>
          <a:lstStyle>
            <a:lvl1pPr marL="0" indent="0">
              <a:lnSpc>
                <a:spcPct val="90000"/>
              </a:lnSpc>
              <a:buNone/>
              <a:defRPr sz="2400">
                <a:latin typeface="Arial Narrow"/>
                <a:cs typeface="Arial Narrow"/>
              </a:defRPr>
            </a:lvl1pPr>
          </a:lstStyle>
          <a:p>
            <a:pPr lvl="0"/>
            <a:r>
              <a:rPr lang="en-US" sz="2400" dirty="0">
                <a:latin typeface="Arial Narrow"/>
                <a:cs typeface="Arial Narrow"/>
              </a:rPr>
              <a:t>CONTENT PAGE 2</a:t>
            </a:r>
            <a:br>
              <a:rPr lang="en-US" sz="2400" dirty="0">
                <a:latin typeface="Arial Narrow"/>
                <a:cs typeface="Arial Narrow"/>
              </a:rPr>
            </a:br>
            <a:r>
              <a:rPr lang="en-US" sz="2400" dirty="0">
                <a:latin typeface="Arial Narrow"/>
                <a:cs typeface="Arial Narrow"/>
              </a:rPr>
              <a:t>2 LINES (24pt Arial Narrow)</a:t>
            </a:r>
            <a:endParaRPr lang="en-US" dirty="0"/>
          </a:p>
        </p:txBody>
      </p:sp>
    </p:spTree>
    <p:extLst>
      <p:ext uri="{BB962C8B-B14F-4D97-AF65-F5344CB8AC3E}">
        <p14:creationId xmlns:p14="http://schemas.microsoft.com/office/powerpoint/2010/main" val="421113357"/>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2_Text &amp; diagram">
    <p:spTree>
      <p:nvGrpSpPr>
        <p:cNvPr id="1" name=""/>
        <p:cNvGrpSpPr/>
        <p:nvPr/>
      </p:nvGrpSpPr>
      <p:grpSpPr>
        <a:xfrm>
          <a:off x="0" y="0"/>
          <a:ext cx="0" cy="0"/>
          <a:chOff x="0" y="0"/>
          <a:chExt cx="0" cy="0"/>
        </a:xfrm>
      </p:grpSpPr>
      <p:sp>
        <p:nvSpPr>
          <p:cNvPr id="3" name="Content Placeholder 2"/>
          <p:cNvSpPr>
            <a:spLocks noGrp="1"/>
          </p:cNvSpPr>
          <p:nvPr>
            <p:ph idx="1"/>
          </p:nvPr>
        </p:nvSpPr>
        <p:spPr>
          <a:xfrm>
            <a:off x="517125" y="1315159"/>
            <a:ext cx="3312888" cy="5006471"/>
          </a:xfrm>
          <a:prstGeom prst="rect">
            <a:avLst/>
          </a:prstGeom>
        </p:spPr>
        <p:txBody>
          <a:bodyPr/>
          <a:lstStyle>
            <a:lvl1pPr marL="342900" indent="-342900">
              <a:buFont typeface="Wingdings" charset="2"/>
              <a:buChar char="§"/>
              <a:defRPr sz="2400">
                <a:latin typeface="Arial"/>
                <a:cs typeface="Arial"/>
              </a:defRPr>
            </a:lvl1pPr>
            <a:lvl2pPr>
              <a:defRPr sz="2000"/>
            </a:lvl2pPr>
            <a:lvl3pPr marL="1143000" indent="-228600">
              <a:buFont typeface="Wingdings" charset="2"/>
              <a:buChar char="§"/>
              <a:defRPr sz="1800"/>
            </a:lvl3pPr>
            <a:lvl4pPr>
              <a:defRPr sz="1600"/>
            </a:lvl4pPr>
          </a:lstStyle>
          <a:p>
            <a:pPr lvl="0"/>
            <a:r>
              <a:rPr lang="en-US"/>
              <a:t>Edit Master text styles</a:t>
            </a:r>
          </a:p>
          <a:p>
            <a:pPr lvl="1"/>
            <a:r>
              <a:rPr lang="en-US"/>
              <a:t>Second level</a:t>
            </a:r>
          </a:p>
          <a:p>
            <a:pPr lvl="2"/>
            <a:r>
              <a:rPr lang="en-US"/>
              <a:t>Third level</a:t>
            </a:r>
          </a:p>
          <a:p>
            <a:pPr lvl="3"/>
            <a:r>
              <a:rPr lang="en-US"/>
              <a:t>Fourth level</a:t>
            </a:r>
          </a:p>
        </p:txBody>
      </p:sp>
      <p:sp>
        <p:nvSpPr>
          <p:cNvPr id="8" name="Slide Number Placeholder 6"/>
          <p:cNvSpPr txBox="1">
            <a:spLocks/>
          </p:cNvSpPr>
          <p:nvPr userDrawn="1"/>
        </p:nvSpPr>
        <p:spPr>
          <a:xfrm>
            <a:off x="10128808" y="6376720"/>
            <a:ext cx="1616253" cy="365125"/>
          </a:xfrm>
          <a:prstGeom prst="rect">
            <a:avLst/>
          </a:prstGeom>
        </p:spPr>
        <p:txBody>
          <a:bodyPr vert="horz" lIns="91440" tIns="45720" rIns="91440" bIns="45720" rtlCol="0" anchor="ctr"/>
          <a:lstStyle>
            <a:defPPr>
              <a:defRPr lang="en-US"/>
            </a:defPPr>
            <a:lvl1pPr marL="0" algn="l" defTabSz="457200" rtl="0" eaLnBrk="1" latinLnBrk="0" hangingPunct="1">
              <a:defRPr sz="2400" kern="1200">
                <a:solidFill>
                  <a:schemeClr val="tx1"/>
                </a:solidFill>
                <a:latin typeface="Arial Narrow"/>
                <a:ea typeface="+mn-ea"/>
                <a:cs typeface="Arial Narrow"/>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14B116A7-1BBE-0246-8B18-68B8A757ECD8}" type="slidenum">
              <a:rPr lang="en-US" sz="2400" smtClean="0">
                <a:solidFill>
                  <a:schemeClr val="bg1">
                    <a:lumMod val="50000"/>
                  </a:schemeClr>
                </a:solidFill>
              </a:rPr>
              <a:pPr algn="r"/>
              <a:t>‹#›</a:t>
            </a:fld>
            <a:endParaRPr lang="en-US" sz="2400" dirty="0">
              <a:solidFill>
                <a:schemeClr val="bg1">
                  <a:lumMod val="50000"/>
                </a:schemeClr>
              </a:solidFill>
            </a:endParaRPr>
          </a:p>
        </p:txBody>
      </p:sp>
      <p:sp>
        <p:nvSpPr>
          <p:cNvPr id="5" name="Picture Placeholder 2"/>
          <p:cNvSpPr>
            <a:spLocks noGrp="1"/>
          </p:cNvSpPr>
          <p:nvPr>
            <p:ph type="pic" idx="10"/>
          </p:nvPr>
        </p:nvSpPr>
        <p:spPr>
          <a:xfrm>
            <a:off x="4289229" y="1315159"/>
            <a:ext cx="7349104" cy="5006471"/>
          </a:xfrm>
          <a:prstGeom prst="rect">
            <a:avLst/>
          </a:prstGeom>
        </p:spPr>
        <p:txBody>
          <a:bodyPr/>
          <a:lstStyle>
            <a:lvl1pPr marL="0" indent="0">
              <a:buNone/>
              <a:defRPr sz="3200">
                <a:latin typeface="Arial"/>
                <a:cs typeface="Aria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6" name="Text Placeholder 9"/>
          <p:cNvSpPr>
            <a:spLocks noGrp="1"/>
          </p:cNvSpPr>
          <p:nvPr>
            <p:ph type="body" sz="quarter" idx="11" hasCustomPrompt="1"/>
          </p:nvPr>
        </p:nvSpPr>
        <p:spPr>
          <a:xfrm>
            <a:off x="370737" y="217549"/>
            <a:ext cx="6964156" cy="774054"/>
          </a:xfrm>
          <a:prstGeom prst="rect">
            <a:avLst/>
          </a:prstGeom>
        </p:spPr>
        <p:txBody>
          <a:bodyPr vert="horz"/>
          <a:lstStyle>
            <a:lvl1pPr marL="0" indent="0">
              <a:lnSpc>
                <a:spcPct val="90000"/>
              </a:lnSpc>
              <a:buNone/>
              <a:defRPr sz="2400">
                <a:latin typeface="Arial Narrow"/>
                <a:cs typeface="Arial Narrow"/>
              </a:defRPr>
            </a:lvl1pPr>
          </a:lstStyle>
          <a:p>
            <a:pPr lvl="0"/>
            <a:r>
              <a:rPr lang="en-US" sz="2400" dirty="0">
                <a:latin typeface="Arial Narrow"/>
                <a:cs typeface="Arial Narrow"/>
              </a:rPr>
              <a:t>CONTENT PAGE 2</a:t>
            </a:r>
            <a:br>
              <a:rPr lang="en-US" sz="2400" dirty="0">
                <a:latin typeface="Arial Narrow"/>
                <a:cs typeface="Arial Narrow"/>
              </a:rPr>
            </a:br>
            <a:r>
              <a:rPr lang="en-US" sz="2400" dirty="0">
                <a:latin typeface="Arial Narrow"/>
                <a:cs typeface="Arial Narrow"/>
              </a:rPr>
              <a:t>2 LINES (24pt Arial Narrow)</a:t>
            </a:r>
            <a:endParaRPr lang="en-US" dirty="0"/>
          </a:p>
        </p:txBody>
      </p:sp>
    </p:spTree>
    <p:extLst>
      <p:ext uri="{BB962C8B-B14F-4D97-AF65-F5344CB8AC3E}">
        <p14:creationId xmlns:p14="http://schemas.microsoft.com/office/powerpoint/2010/main" val="3008564795"/>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9" name="Slide Number Placeholder 6"/>
          <p:cNvSpPr txBox="1">
            <a:spLocks/>
          </p:cNvSpPr>
          <p:nvPr userDrawn="1"/>
        </p:nvSpPr>
        <p:spPr>
          <a:xfrm>
            <a:off x="10128808" y="6376720"/>
            <a:ext cx="1616253" cy="365125"/>
          </a:xfrm>
          <a:prstGeom prst="rect">
            <a:avLst/>
          </a:prstGeom>
        </p:spPr>
        <p:txBody>
          <a:bodyPr vert="horz" lIns="91440" tIns="45720" rIns="91440" bIns="45720" rtlCol="0" anchor="ctr"/>
          <a:lstStyle>
            <a:defPPr>
              <a:defRPr lang="en-US"/>
            </a:defPPr>
            <a:lvl1pPr marL="0" algn="l" defTabSz="457200" rtl="0" eaLnBrk="1" latinLnBrk="0" hangingPunct="1">
              <a:defRPr sz="2400" kern="1200">
                <a:solidFill>
                  <a:schemeClr val="tx1"/>
                </a:solidFill>
                <a:latin typeface="Arial Narrow"/>
                <a:ea typeface="+mn-ea"/>
                <a:cs typeface="Arial Narrow"/>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14B116A7-1BBE-0246-8B18-68B8A757ECD8}" type="slidenum">
              <a:rPr lang="en-US" sz="2400" smtClean="0">
                <a:solidFill>
                  <a:schemeClr val="bg1">
                    <a:lumMod val="50000"/>
                  </a:schemeClr>
                </a:solidFill>
              </a:rPr>
              <a:pPr algn="r"/>
              <a:t>‹#›</a:t>
            </a:fld>
            <a:endParaRPr lang="en-US" sz="2400" dirty="0">
              <a:solidFill>
                <a:schemeClr val="bg1">
                  <a:lumMod val="50000"/>
                </a:schemeClr>
              </a:solidFill>
            </a:endParaRPr>
          </a:p>
        </p:txBody>
      </p:sp>
      <p:sp>
        <p:nvSpPr>
          <p:cNvPr id="10" name="Picture Placeholder 2"/>
          <p:cNvSpPr>
            <a:spLocks noGrp="1"/>
          </p:cNvSpPr>
          <p:nvPr>
            <p:ph type="pic" idx="1"/>
          </p:nvPr>
        </p:nvSpPr>
        <p:spPr>
          <a:xfrm>
            <a:off x="679260" y="1315159"/>
            <a:ext cx="11051549" cy="5006471"/>
          </a:xfrm>
          <a:prstGeom prst="rect">
            <a:avLst/>
          </a:prstGeom>
        </p:spPr>
        <p:txBody>
          <a:bodyPr/>
          <a:lstStyle>
            <a:lvl1pPr marL="0" indent="0">
              <a:buNone/>
              <a:defRPr sz="3200">
                <a:latin typeface="Arial"/>
                <a:cs typeface="Aria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5" name="Text Placeholder 9"/>
          <p:cNvSpPr>
            <a:spLocks noGrp="1"/>
          </p:cNvSpPr>
          <p:nvPr>
            <p:ph type="body" sz="quarter" idx="10" hasCustomPrompt="1"/>
          </p:nvPr>
        </p:nvSpPr>
        <p:spPr>
          <a:xfrm>
            <a:off x="370737" y="217549"/>
            <a:ext cx="6964156" cy="774054"/>
          </a:xfrm>
          <a:prstGeom prst="rect">
            <a:avLst/>
          </a:prstGeom>
        </p:spPr>
        <p:txBody>
          <a:bodyPr vert="horz"/>
          <a:lstStyle>
            <a:lvl1pPr marL="0" indent="0">
              <a:lnSpc>
                <a:spcPct val="90000"/>
              </a:lnSpc>
              <a:buNone/>
              <a:defRPr sz="2400">
                <a:latin typeface="Arial Narrow"/>
                <a:cs typeface="Arial Narrow"/>
              </a:defRPr>
            </a:lvl1pPr>
          </a:lstStyle>
          <a:p>
            <a:pPr lvl="0"/>
            <a:r>
              <a:rPr lang="en-US" sz="2400" dirty="0">
                <a:latin typeface="Arial Narrow"/>
                <a:cs typeface="Arial Narrow"/>
              </a:rPr>
              <a:t>CONTENT PAGE 2</a:t>
            </a:r>
            <a:br>
              <a:rPr lang="en-US" sz="2400" dirty="0">
                <a:latin typeface="Arial Narrow"/>
                <a:cs typeface="Arial Narrow"/>
              </a:rPr>
            </a:br>
            <a:r>
              <a:rPr lang="en-US" sz="2400" dirty="0">
                <a:latin typeface="Arial Narrow"/>
                <a:cs typeface="Arial Narrow"/>
              </a:rPr>
              <a:t>2 LINES (24pt Arial Narrow)</a:t>
            </a:r>
            <a:endParaRPr lang="en-US" dirty="0"/>
          </a:p>
        </p:txBody>
      </p:sp>
    </p:spTree>
    <p:extLst>
      <p:ext uri="{BB962C8B-B14F-4D97-AF65-F5344CB8AC3E}">
        <p14:creationId xmlns:p14="http://schemas.microsoft.com/office/powerpoint/2010/main" val="35921102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image" Target="../media/image1.jpeg"/><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25.xml"/><Relationship Id="rId1" Type="http://schemas.openxmlformats.org/officeDocument/2006/relationships/slideLayout" Target="../slideLayouts/slideLayout24.xml"/><Relationship Id="rId4" Type="http://schemas.openxmlformats.org/officeDocument/2006/relationships/image" Target="../media/image2.jpeg"/></Relationships>
</file>

<file path=ppt/slideMasters/_rels/slideMaster4.xml.rels><?xml version="1.0" encoding="UTF-8" standalone="yes"?>
<Relationships xmlns="http://schemas.openxmlformats.org/package/2006/relationships"><Relationship Id="rId3" Type="http://schemas.openxmlformats.org/officeDocument/2006/relationships/theme" Target="../theme/theme4.xml"/><Relationship Id="rId2" Type="http://schemas.openxmlformats.org/officeDocument/2006/relationships/slideLayout" Target="../slideLayouts/slideLayout27.xml"/><Relationship Id="rId1" Type="http://schemas.openxmlformats.org/officeDocument/2006/relationships/slideLayout" Target="../slideLayouts/slideLayout26.xml"/><Relationship Id="rId4" Type="http://schemas.openxmlformats.org/officeDocument/2006/relationships/image" Target="../media/image1.jpeg"/></Relationships>
</file>

<file path=ppt/slideMasters/_rels/slideMaster5.xml.rels><?xml version="1.0" encoding="UTF-8" standalone="yes"?>
<Relationships xmlns="http://schemas.openxmlformats.org/package/2006/relationships"><Relationship Id="rId8" Type="http://schemas.openxmlformats.org/officeDocument/2006/relationships/image" Target="../media/image3.jpeg"/><Relationship Id="rId3" Type="http://schemas.openxmlformats.org/officeDocument/2006/relationships/slideLayout" Target="../slideLayouts/slideLayout30.xml"/><Relationship Id="rId7" Type="http://schemas.openxmlformats.org/officeDocument/2006/relationships/theme" Target="../theme/theme5.xml"/><Relationship Id="rId2" Type="http://schemas.openxmlformats.org/officeDocument/2006/relationships/slideLayout" Target="../slideLayouts/slideLayout29.xml"/><Relationship Id="rId1" Type="http://schemas.openxmlformats.org/officeDocument/2006/relationships/slideLayout" Target="../slideLayouts/slideLayout28.xml"/><Relationship Id="rId6" Type="http://schemas.openxmlformats.org/officeDocument/2006/relationships/slideLayout" Target="../slideLayouts/slideLayout33.xml"/><Relationship Id="rId5" Type="http://schemas.openxmlformats.org/officeDocument/2006/relationships/slideLayout" Target="../slideLayouts/slideLayout32.xml"/><Relationship Id="rId4" Type="http://schemas.openxmlformats.org/officeDocument/2006/relationships/slideLayout" Target="../slideLayouts/slideLayout31.xml"/></Relationships>
</file>

<file path=ppt/slideMasters/_rels/slideMaster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theme" Target="../theme/theme6.xml"/><Relationship Id="rId1" Type="http://schemas.openxmlformats.org/officeDocument/2006/relationships/slideLayout" Target="../slideLayouts/slideLayout34.xml"/></Relationships>
</file>

<file path=ppt/slideMasters/_rels/slideMaster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theme" Target="../theme/theme7.xml"/><Relationship Id="rId1" Type="http://schemas.openxmlformats.org/officeDocument/2006/relationships/slideLayout" Target="../slideLayouts/slideLayout35.xml"/></Relationships>
</file>

<file path=ppt/slideMasters/_rels/slideMaster8.xml.rels><?xml version="1.0" encoding="UTF-8" standalone="yes"?>
<Relationships xmlns="http://schemas.openxmlformats.org/package/2006/relationships"><Relationship Id="rId8" Type="http://schemas.openxmlformats.org/officeDocument/2006/relationships/image" Target="../media/image6.jpeg"/><Relationship Id="rId3" Type="http://schemas.openxmlformats.org/officeDocument/2006/relationships/slideLayout" Target="../slideLayouts/slideLayout38.xml"/><Relationship Id="rId7" Type="http://schemas.openxmlformats.org/officeDocument/2006/relationships/theme" Target="../theme/theme8.xml"/><Relationship Id="rId2" Type="http://schemas.openxmlformats.org/officeDocument/2006/relationships/slideLayout" Target="../slideLayouts/slideLayout37.xml"/><Relationship Id="rId1" Type="http://schemas.openxmlformats.org/officeDocument/2006/relationships/slideLayout" Target="../slideLayouts/slideLayout36.xml"/><Relationship Id="rId6" Type="http://schemas.openxmlformats.org/officeDocument/2006/relationships/slideLayout" Target="../slideLayouts/slideLayout41.xml"/><Relationship Id="rId5" Type="http://schemas.openxmlformats.org/officeDocument/2006/relationships/slideLayout" Target="../slideLayouts/slideLayout40.xml"/><Relationship Id="rId4" Type="http://schemas.openxmlformats.org/officeDocument/2006/relationships/slideLayout" Target="../slideLayouts/slideLayout3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bwMode="auto">
          <a:xfrm>
            <a:off x="609600" y="2492375"/>
            <a:ext cx="109728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AU"/>
              <a:t>Click to edit Master title style</a:t>
            </a:r>
          </a:p>
        </p:txBody>
      </p:sp>
      <p:sp>
        <p:nvSpPr>
          <p:cNvPr id="4100" name="Rectangle 4"/>
          <p:cNvSpPr>
            <a:spLocks noGrp="1" noChangeArrowheads="1"/>
          </p:cNvSpPr>
          <p:nvPr>
            <p:ph type="dt" sz="half" idx="2"/>
          </p:nvPr>
        </p:nvSpPr>
        <p:spPr bwMode="auto">
          <a:xfrm>
            <a:off x="609600" y="6245225"/>
            <a:ext cx="28448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cs typeface="+mn-cs"/>
              </a:defRPr>
            </a:lvl1pPr>
          </a:lstStyle>
          <a:p>
            <a:pPr>
              <a:defRPr/>
            </a:pPr>
            <a:endParaRPr lang="en-AU" dirty="0"/>
          </a:p>
        </p:txBody>
      </p:sp>
      <p:sp>
        <p:nvSpPr>
          <p:cNvPr id="4101" name="Rectangle 5"/>
          <p:cNvSpPr>
            <a:spLocks noGrp="1" noChangeArrowheads="1"/>
          </p:cNvSpPr>
          <p:nvPr>
            <p:ph type="ftr" sz="quarter" idx="3"/>
          </p:nvPr>
        </p:nvSpPr>
        <p:spPr bwMode="auto">
          <a:xfrm>
            <a:off x="4165600" y="6245225"/>
            <a:ext cx="38608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cs typeface="+mn-cs"/>
              </a:defRPr>
            </a:lvl1pPr>
          </a:lstStyle>
          <a:p>
            <a:pPr>
              <a:defRPr/>
            </a:pPr>
            <a:endParaRPr lang="en-AU" dirty="0"/>
          </a:p>
        </p:txBody>
      </p:sp>
      <p:sp>
        <p:nvSpPr>
          <p:cNvPr id="4102" name="Rectangle 6"/>
          <p:cNvSpPr>
            <a:spLocks noGrp="1" noChangeArrowheads="1"/>
          </p:cNvSpPr>
          <p:nvPr>
            <p:ph type="sldNum" sz="quarter" idx="4"/>
          </p:nvPr>
        </p:nvSpPr>
        <p:spPr bwMode="auto">
          <a:xfrm>
            <a:off x="8737600" y="6245225"/>
            <a:ext cx="28448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cs typeface="+mn-cs"/>
              </a:defRPr>
            </a:lvl1pPr>
          </a:lstStyle>
          <a:p>
            <a:pPr>
              <a:defRPr/>
            </a:pPr>
            <a:fld id="{B73441E8-46F8-4770-A23D-405C5F7C34D0}" type="slidenum">
              <a:rPr lang="en-AU"/>
              <a:pPr>
                <a:defRPr/>
              </a:pPr>
              <a:t>‹#›</a:t>
            </a:fld>
            <a:endParaRPr lang="en-AU" dirty="0"/>
          </a:p>
        </p:txBody>
      </p:sp>
    </p:spTree>
  </p:cSld>
  <p:clrMap bg1="lt1" tx1="dk1" bg2="lt2" tx2="dk2" accent1="accent1" accent2="accent2" accent3="accent3" accent4="accent4" accent5="accent5" accent6="accent6" hlink="hlink" folHlink="folHlink"/>
  <p:sldLayoutIdLst>
    <p:sldLayoutId id="2147483689" r:id="rId1"/>
    <p:sldLayoutId id="2147483690" r:id="rId2"/>
    <p:sldLayoutId id="2147483691" r:id="rId3"/>
    <p:sldLayoutId id="2147483692" r:id="rId4"/>
    <p:sldLayoutId id="2147483693" r:id="rId5"/>
    <p:sldLayoutId id="2147483694" r:id="rId6"/>
    <p:sldLayoutId id="2147483695" r:id="rId7"/>
    <p:sldLayoutId id="2147483696" r:id="rId8"/>
    <p:sldLayoutId id="2147483697" r:id="rId9"/>
    <p:sldLayoutId id="2147483698" r:id="rId10"/>
    <p:sldLayoutId id="2147483699" r:id="rId11"/>
    <p:sldLayoutId id="2147483787" r:id="rId12"/>
  </p:sldLayoutIdLst>
  <p:hf hdr="0" ftr="0" dt="0"/>
  <p:txStyles>
    <p:titleStyle>
      <a:lvl1pPr algn="l" rtl="0" eaLnBrk="0" fontAlgn="base" hangingPunct="0">
        <a:spcBef>
          <a:spcPct val="0"/>
        </a:spcBef>
        <a:spcAft>
          <a:spcPct val="0"/>
        </a:spcAft>
        <a:defRPr sz="4000">
          <a:solidFill>
            <a:schemeClr val="tx2"/>
          </a:solidFill>
          <a:latin typeface="+mj-lt"/>
          <a:ea typeface="+mj-ea"/>
          <a:cs typeface="+mj-cs"/>
        </a:defRPr>
      </a:lvl1pPr>
      <a:lvl2pPr algn="l" rtl="0" eaLnBrk="0" fontAlgn="base" hangingPunct="0">
        <a:spcBef>
          <a:spcPct val="0"/>
        </a:spcBef>
        <a:spcAft>
          <a:spcPct val="0"/>
        </a:spcAft>
        <a:defRPr sz="4000">
          <a:solidFill>
            <a:schemeClr val="tx2"/>
          </a:solidFill>
          <a:latin typeface="Times New Roman" pitchFamily="18" charset="0"/>
        </a:defRPr>
      </a:lvl2pPr>
      <a:lvl3pPr algn="l" rtl="0" eaLnBrk="0" fontAlgn="base" hangingPunct="0">
        <a:spcBef>
          <a:spcPct val="0"/>
        </a:spcBef>
        <a:spcAft>
          <a:spcPct val="0"/>
        </a:spcAft>
        <a:defRPr sz="4000">
          <a:solidFill>
            <a:schemeClr val="tx2"/>
          </a:solidFill>
          <a:latin typeface="Times New Roman" pitchFamily="18" charset="0"/>
        </a:defRPr>
      </a:lvl3pPr>
      <a:lvl4pPr algn="l" rtl="0" eaLnBrk="0" fontAlgn="base" hangingPunct="0">
        <a:spcBef>
          <a:spcPct val="0"/>
        </a:spcBef>
        <a:spcAft>
          <a:spcPct val="0"/>
        </a:spcAft>
        <a:defRPr sz="4000">
          <a:solidFill>
            <a:schemeClr val="tx2"/>
          </a:solidFill>
          <a:latin typeface="Times New Roman" pitchFamily="18" charset="0"/>
        </a:defRPr>
      </a:lvl4pPr>
      <a:lvl5pPr algn="l" rtl="0" eaLnBrk="0" fontAlgn="base" hangingPunct="0">
        <a:spcBef>
          <a:spcPct val="0"/>
        </a:spcBef>
        <a:spcAft>
          <a:spcPct val="0"/>
        </a:spcAft>
        <a:defRPr sz="4000">
          <a:solidFill>
            <a:schemeClr val="tx2"/>
          </a:solidFill>
          <a:latin typeface="Times New Roman" pitchFamily="18" charset="0"/>
        </a:defRPr>
      </a:lvl5pPr>
      <a:lvl6pPr marL="457200" algn="l" rtl="0" fontAlgn="base">
        <a:spcBef>
          <a:spcPct val="0"/>
        </a:spcBef>
        <a:spcAft>
          <a:spcPct val="0"/>
        </a:spcAft>
        <a:defRPr sz="4000">
          <a:solidFill>
            <a:schemeClr val="tx2"/>
          </a:solidFill>
          <a:latin typeface="Times New Roman" pitchFamily="18" charset="0"/>
        </a:defRPr>
      </a:lvl6pPr>
      <a:lvl7pPr marL="914400" algn="l" rtl="0" fontAlgn="base">
        <a:spcBef>
          <a:spcPct val="0"/>
        </a:spcBef>
        <a:spcAft>
          <a:spcPct val="0"/>
        </a:spcAft>
        <a:defRPr sz="4000">
          <a:solidFill>
            <a:schemeClr val="tx2"/>
          </a:solidFill>
          <a:latin typeface="Times New Roman" pitchFamily="18" charset="0"/>
        </a:defRPr>
      </a:lvl7pPr>
      <a:lvl8pPr marL="1371600" algn="l" rtl="0" fontAlgn="base">
        <a:spcBef>
          <a:spcPct val="0"/>
        </a:spcBef>
        <a:spcAft>
          <a:spcPct val="0"/>
        </a:spcAft>
        <a:defRPr sz="4000">
          <a:solidFill>
            <a:schemeClr val="tx2"/>
          </a:solidFill>
          <a:latin typeface="Times New Roman" pitchFamily="18" charset="0"/>
        </a:defRPr>
      </a:lvl8pPr>
      <a:lvl9pPr marL="1828800" algn="l" rtl="0" fontAlgn="base">
        <a:spcBef>
          <a:spcPct val="0"/>
        </a:spcBef>
        <a:spcAft>
          <a:spcPct val="0"/>
        </a:spcAft>
        <a:defRPr sz="4000">
          <a:solidFill>
            <a:schemeClr val="tx2"/>
          </a:solidFill>
          <a:latin typeface="Times New Roman" pitchFamily="18"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a:defRPr/>
            </a:pPr>
            <a:endParaRPr lang="en-AU" dirty="0"/>
          </a:p>
        </p:txBody>
      </p:sp>
      <p:sp>
        <p:nvSpPr>
          <p:cNvPr id="5" name="Footer Placeholder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a:defRPr/>
            </a:pPr>
            <a:endParaRPr lang="en-AU" dirty="0"/>
          </a:p>
        </p:txBody>
      </p:sp>
      <p:sp>
        <p:nvSpPr>
          <p:cNvPr id="6" name="Slide Number Placeholder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a:defRPr/>
            </a:pPr>
            <a:fld id="{B73441E8-46F8-4770-A23D-405C5F7C34D0}" type="slidenum">
              <a:rPr lang="en-AU" smtClean="0"/>
              <a:pPr>
                <a:defRPr/>
              </a:pPr>
              <a:t>‹#›</a:t>
            </a:fld>
            <a:endParaRPr lang="en-AU" dirty="0"/>
          </a:p>
        </p:txBody>
      </p:sp>
      <p:pic>
        <p:nvPicPr>
          <p:cNvPr id="7" name="Picture 6" descr="PPT templates-1-standard-FINAL-2.jpg"/>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785215334"/>
      </p:ext>
    </p:extLst>
  </p:cSld>
  <p:clrMap bg1="lt1" tx1="dk1" bg2="lt2" tx2="dk2" accent1="accent1" accent2="accent2" accent3="accent3" accent4="accent4" accent5="accent5" accent6="accent6" hlink="hlink" folHlink="folHlink"/>
  <p:sldLayoutIdLst>
    <p:sldLayoutId id="2147483752" r:id="rId1"/>
    <p:sldLayoutId id="2147483753" r:id="rId2"/>
    <p:sldLayoutId id="2147483754" r:id="rId3"/>
    <p:sldLayoutId id="2147483755" r:id="rId4"/>
    <p:sldLayoutId id="2147483756" r:id="rId5"/>
    <p:sldLayoutId id="2147483757" r:id="rId6"/>
    <p:sldLayoutId id="2147483758" r:id="rId7"/>
    <p:sldLayoutId id="2147483759" r:id="rId8"/>
    <p:sldLayoutId id="2147483760" r:id="rId9"/>
    <p:sldLayoutId id="2147483761" r:id="rId10"/>
    <p:sldLayoutId id="2147483762" r:id="rId11"/>
  </p:sldLayoutIdLst>
  <p:hf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ADFDCB2-E1AF-CF45-BF86-32B8D7F4E267}" type="slidenum">
              <a:rPr lang="en-US" smtClean="0"/>
              <a:t>‹#›</a:t>
            </a:fld>
            <a:endParaRPr lang="en-US"/>
          </a:p>
        </p:txBody>
      </p:sp>
      <p:pic>
        <p:nvPicPr>
          <p:cNvPr id="4" name="Picture 3" descr="PPT templates-1-standard-FINAL.jpg"/>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133825717"/>
      </p:ext>
    </p:extLst>
  </p:cSld>
  <p:clrMap bg1="lt1" tx1="dk1" bg2="lt2" tx2="dk2" accent1="accent1" accent2="accent2" accent3="accent3" accent4="accent4" accent5="accent5" accent6="accent6" hlink="hlink" folHlink="folHlink"/>
  <p:sldLayoutIdLst>
    <p:sldLayoutId id="2147483764" r:id="rId1"/>
    <p:sldLayoutId id="2147483765" r:id="rId2"/>
  </p:sldLayoutIdLst>
  <p:hf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2">
        <a:schemeClr val="bg1"/>
      </p:bgRef>
    </p:bg>
    <p:spTree>
      <p:nvGrpSpPr>
        <p:cNvPr id="1" name=""/>
        <p:cNvGrpSpPr/>
        <p:nvPr/>
      </p:nvGrpSpPr>
      <p:grpSpPr>
        <a:xfrm>
          <a:off x="0" y="0"/>
          <a:ext cx="0" cy="0"/>
          <a:chOff x="0" y="0"/>
          <a:chExt cx="0" cy="0"/>
        </a:xfrm>
      </p:grpSpPr>
      <p:pic>
        <p:nvPicPr>
          <p:cNvPr id="3" name="Picture 2" descr="PPT templates-1-standard-FINAL-2.jpg"/>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4002806701"/>
      </p:ext>
    </p:extLst>
  </p:cSld>
  <p:clrMap bg1="lt1" tx1="dk1" bg2="lt2" tx2="dk2" accent1="accent1" accent2="accent2" accent3="accent3" accent4="accent4" accent5="accent5" accent6="accent6" hlink="hlink" folHlink="folHlink"/>
  <p:sldLayoutIdLst>
    <p:sldLayoutId id="2147483767" r:id="rId1"/>
    <p:sldLayoutId id="2147483768" r:id="rId2"/>
  </p:sldLayoutIdLst>
  <p:hf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4B116A7-1BBE-0246-8B18-68B8A757ECD8}" type="slidenum">
              <a:rPr lang="en-US" smtClean="0"/>
              <a:t>‹#›</a:t>
            </a:fld>
            <a:endParaRPr lang="en-US"/>
          </a:p>
        </p:txBody>
      </p:sp>
      <p:pic>
        <p:nvPicPr>
          <p:cNvPr id="4" name="Picture 3" descr="PPT templates-1-standard-covers-3-1.jpg"/>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767567174"/>
      </p:ext>
    </p:extLst>
  </p:cSld>
  <p:clrMap bg1="lt1" tx1="dk1" bg2="lt2" tx2="dk2" accent1="accent1" accent2="accent2" accent3="accent3" accent4="accent4" accent5="accent5" accent6="accent6" hlink="hlink" folHlink="folHlink"/>
  <p:sldLayoutIdLst>
    <p:sldLayoutId id="2147483770" r:id="rId1"/>
    <p:sldLayoutId id="2147483771" r:id="rId2"/>
    <p:sldLayoutId id="2147483772" r:id="rId3"/>
    <p:sldLayoutId id="2147483773" r:id="rId4"/>
    <p:sldLayoutId id="2147483774" r:id="rId5"/>
    <p:sldLayoutId id="2147483775" r:id="rId6"/>
  </p:sldLayoutIdLst>
  <p:hf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3" name="Picture 2" descr="PPT templates-1-standard-covers-3-6.jp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1111075489"/>
      </p:ext>
    </p:extLst>
  </p:cSld>
  <p:clrMap bg1="lt1" tx1="dk1" bg2="lt2" tx2="dk2" accent1="accent1" accent2="accent2" accent3="accent3" accent4="accent4" accent5="accent5" accent6="accent6" hlink="hlink" folHlink="folHlink"/>
  <p:sldLayoutIdLst>
    <p:sldLayoutId id="2147483777" r:id="rId1"/>
  </p:sldLayoutIdLst>
  <p:hf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4" name="Picture 3" descr="PPT templates-1-standard-covers-3-3.jp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1116691000"/>
      </p:ext>
    </p:extLst>
  </p:cSld>
  <p:clrMap bg1="lt1" tx1="dk1" bg2="lt2" tx2="dk2" accent1="accent1" accent2="accent2" accent3="accent3" accent4="accent4" accent5="accent5" accent6="accent6" hlink="hlink" folHlink="folHlink"/>
  <p:sldLayoutIdLst>
    <p:sldLayoutId id="2147483779" r:id="rId1"/>
  </p:sldLayoutIdLst>
  <p:hf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3" name="Picture 2" descr="PPT-templates-1-standard-6.jpg"/>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2243659642"/>
      </p:ext>
    </p:extLst>
  </p:cSld>
  <p:clrMap bg1="lt1" tx1="dk1" bg2="lt2" tx2="dk2" accent1="accent1" accent2="accent2" accent3="accent3" accent4="accent4" accent5="accent5" accent6="accent6" hlink="hlink" folHlink="folHlink"/>
  <p:sldLayoutIdLst>
    <p:sldLayoutId id="2147483781" r:id="rId1"/>
    <p:sldLayoutId id="2147483782" r:id="rId2"/>
    <p:sldLayoutId id="2147483783" r:id="rId3"/>
    <p:sldLayoutId id="2147483784" r:id="rId4"/>
    <p:sldLayoutId id="2147483785" r:id="rId5"/>
    <p:sldLayoutId id="2147483786" r:id="rId6"/>
  </p:sldLayoutIdLst>
  <p:hf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hyperlink" Target="https://wayground.com/join?gc=51350337&amp;source=liveDashboard" TargetMode="External"/><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hyperlink" Target="https://clarkesworldmagazine.com/shoemaker_08_15/" TargetMode="External"/><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hyperlink" Target="https://wayground.com/join?gc=50823617&amp;source=liveDashboard" TargetMode="External"/><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hyperlink" Target="https://wayground.com/join?gc=22512065&amp;source=liveDashboard" TargetMode="External"/><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hyperlink" Target="https://miro.com/welcomeonboard/OU1ieUx4STNEQ3VndndCb2RDTnM3cnQ0RW5sRUtxdTd3VUZUTGcyY0t5WGVXdFZsUE05WmsrRnZscTdBR3hkM3hBaTVGWWRKVTJFVTFnd2ZoUWRqckl0QjU0MWpUdWtlZFBEYTZyQnI3UWtQK1JOa0JLZXQ5UkR5VTRpQmtwanR3VHhHVHd5UWtSM1BidUtUYmxycDRnPT0hdjE=?share_link_id=681973389925" TargetMode="External"/><Relationship Id="rId2" Type="http://schemas.openxmlformats.org/officeDocument/2006/relationships/notesSlide" Target="../notesSlides/notesSlide27.xml"/><Relationship Id="rId1" Type="http://schemas.openxmlformats.org/officeDocument/2006/relationships/slideLayout" Target="../slideLayouts/slideLayout1.xml"/><Relationship Id="rId4" Type="http://schemas.openxmlformats.org/officeDocument/2006/relationships/hyperlink" Target="https://canva.link/zjhsl2b7bwx3gtx"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hyperlink" Target="https://www.canva.com/design/DAHHWuVtj84/Lx1qxgnVOSZuGBil-gKczw/edit" TargetMode="External"/><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idx="4294967295"/>
          </p:nvPr>
        </p:nvSpPr>
        <p:spPr>
          <a:xfrm>
            <a:off x="767408" y="764704"/>
            <a:ext cx="6984776" cy="1470025"/>
          </a:xfrm>
          <a:prstGeom prst="rect">
            <a:avLst/>
          </a:prstGeom>
        </p:spPr>
        <p:txBody>
          <a:bodyPr>
            <a:normAutofit/>
          </a:bodyPr>
          <a:lstStyle/>
          <a:p>
            <a:pPr algn="l"/>
            <a:r>
              <a:rPr lang="en-US" dirty="0">
                <a:latin typeface="Garamond" panose="02020404030301010803" pitchFamily="18" charset="0"/>
              </a:rPr>
              <a:t>FIT1055: IT professional practice and Ethics</a:t>
            </a:r>
          </a:p>
        </p:txBody>
      </p:sp>
      <p:sp>
        <p:nvSpPr>
          <p:cNvPr id="6" name="Subtitle 5"/>
          <p:cNvSpPr>
            <a:spLocks noGrp="1"/>
          </p:cNvSpPr>
          <p:nvPr>
            <p:ph type="body" sz="quarter" idx="4294967295"/>
          </p:nvPr>
        </p:nvSpPr>
        <p:spPr>
          <a:xfrm>
            <a:off x="767408" y="2427496"/>
            <a:ext cx="7776864" cy="1439863"/>
          </a:xfrm>
          <a:prstGeom prst="rect">
            <a:avLst/>
          </a:prstGeom>
        </p:spPr>
        <p:txBody>
          <a:bodyPr>
            <a:normAutofit/>
          </a:bodyPr>
          <a:lstStyle/>
          <a:p>
            <a:pPr marL="0" indent="0">
              <a:buNone/>
            </a:pPr>
            <a:r>
              <a:rPr lang="en-US" dirty="0">
                <a:solidFill>
                  <a:schemeClr val="tx2"/>
                </a:solidFill>
                <a:latin typeface="Garamond" panose="02020404030301010803" pitchFamily="18" charset="0"/>
              </a:rPr>
              <a:t>Introduction to Ethical Reasoning Framework (</a:t>
            </a:r>
          </a:p>
          <a:p>
            <a:pPr marL="0" indent="0">
              <a:buNone/>
            </a:pPr>
            <a:r>
              <a:rPr lang="en-US" dirty="0">
                <a:solidFill>
                  <a:schemeClr val="tx2"/>
                </a:solidFill>
                <a:latin typeface="Garamond" panose="02020404030301010803" pitchFamily="18" charset="0"/>
              </a:rPr>
              <a:t>Step 1 &amp; 2</a:t>
            </a:r>
          </a:p>
        </p:txBody>
      </p:sp>
      <p:sp>
        <p:nvSpPr>
          <p:cNvPr id="2" name="TextBox 1"/>
          <p:cNvSpPr txBox="1"/>
          <p:nvPr/>
        </p:nvSpPr>
        <p:spPr>
          <a:xfrm>
            <a:off x="15138584" y="2962762"/>
            <a:ext cx="184666" cy="369332"/>
          </a:xfrm>
          <a:prstGeom prst="rect">
            <a:avLst/>
          </a:prstGeom>
          <a:noFill/>
        </p:spPr>
        <p:txBody>
          <a:bodyPr wrap="none" rtlCol="0">
            <a:spAutoFit/>
          </a:bodyPr>
          <a:lstStyle/>
          <a:p>
            <a:endParaRPr lang="en-US" dirty="0"/>
          </a:p>
        </p:txBody>
      </p:sp>
      <p:pic>
        <p:nvPicPr>
          <p:cNvPr id="3" name="Picture 2"/>
          <p:cNvPicPr>
            <a:picLocks noChangeAspect="1"/>
          </p:cNvPicPr>
          <p:nvPr/>
        </p:nvPicPr>
        <p:blipFill rotWithShape="1">
          <a:blip r:embed="rId3"/>
          <a:srcRect l="61618" r="2096" b="651"/>
          <a:stretch/>
        </p:blipFill>
        <p:spPr>
          <a:xfrm>
            <a:off x="8256240" y="0"/>
            <a:ext cx="3347375" cy="6885384"/>
          </a:xfrm>
          <a:prstGeom prst="rect">
            <a:avLst/>
          </a:prstGeom>
        </p:spPr>
      </p:pic>
      <p:pic>
        <p:nvPicPr>
          <p:cNvPr id="4" name="Picture 3"/>
          <p:cNvPicPr>
            <a:picLocks noChangeAspect="1"/>
          </p:cNvPicPr>
          <p:nvPr/>
        </p:nvPicPr>
        <p:blipFill rotWithShape="1">
          <a:blip r:embed="rId3"/>
          <a:srcRect l="-8303" t="-32096" r="79376" b="114920"/>
          <a:stretch/>
        </p:blipFill>
        <p:spPr>
          <a:xfrm>
            <a:off x="-1934161" y="-2603813"/>
            <a:ext cx="4645785" cy="2072373"/>
          </a:xfrm>
          <a:prstGeom prst="rect">
            <a:avLst/>
          </a:prstGeom>
        </p:spPr>
      </p:pic>
      <p:pic>
        <p:nvPicPr>
          <p:cNvPr id="7" name="Picture 6"/>
          <p:cNvPicPr>
            <a:picLocks noChangeAspect="1"/>
          </p:cNvPicPr>
          <p:nvPr/>
        </p:nvPicPr>
        <p:blipFill rotWithShape="1">
          <a:blip r:embed="rId3"/>
          <a:srcRect r="66180" b="81278"/>
          <a:stretch/>
        </p:blipFill>
        <p:spPr>
          <a:xfrm>
            <a:off x="692441" y="5661249"/>
            <a:ext cx="2250885" cy="936104"/>
          </a:xfrm>
          <a:prstGeom prst="rect">
            <a:avLst/>
          </a:prstGeom>
        </p:spPr>
      </p:pic>
      <p:pic>
        <p:nvPicPr>
          <p:cNvPr id="8" name="Picture 7"/>
          <p:cNvPicPr>
            <a:picLocks noChangeAspect="1"/>
          </p:cNvPicPr>
          <p:nvPr/>
        </p:nvPicPr>
        <p:blipFill rotWithShape="1">
          <a:blip r:embed="rId3"/>
          <a:srcRect t="79504" r="77476"/>
          <a:stretch/>
        </p:blipFill>
        <p:spPr>
          <a:xfrm>
            <a:off x="2367262" y="5252513"/>
            <a:ext cx="2072554" cy="1416847"/>
          </a:xfrm>
          <a:prstGeom prst="rect">
            <a:avLst/>
          </a:prstGeom>
        </p:spPr>
      </p:pic>
    </p:spTree>
    <p:extLst>
      <p:ext uri="{BB962C8B-B14F-4D97-AF65-F5344CB8AC3E}">
        <p14:creationId xmlns:p14="http://schemas.microsoft.com/office/powerpoint/2010/main" val="9357804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101" name="HeaderBar"/>
          <p:cNvSpPr/>
          <p:nvPr/>
        </p:nvSpPr>
        <p:spPr>
          <a:xfrm>
            <a:off x="0" y="0"/>
            <a:ext cx="12192000" cy="1036320"/>
          </a:xfrm>
          <a:prstGeom prst="rect">
            <a:avLst/>
          </a:prstGeom>
          <a:solidFill>
            <a:srgbClr val="002B5C"/>
          </a:solidFill>
          <a:ln w="0">
            <a:noFill/>
          </a:ln>
        </p:spPr>
        <p:txBody>
          <a:bodyPr/>
          <a:lstStyle/>
          <a:p>
            <a:endParaRPr lang="en-US"/>
          </a:p>
        </p:txBody>
      </p:sp>
      <p:sp>
        <p:nvSpPr>
          <p:cNvPr id="102" name="LeftBar"/>
          <p:cNvSpPr/>
          <p:nvPr/>
        </p:nvSpPr>
        <p:spPr>
          <a:xfrm>
            <a:off x="0" y="0"/>
            <a:ext cx="182880" cy="6858000"/>
          </a:xfrm>
          <a:prstGeom prst="rect">
            <a:avLst/>
          </a:prstGeom>
          <a:solidFill>
            <a:srgbClr val="006DAE"/>
          </a:solidFill>
          <a:ln w="0">
            <a:noFill/>
          </a:ln>
        </p:spPr>
        <p:txBody>
          <a:bodyPr/>
          <a:lstStyle/>
          <a:p>
            <a:endParaRPr lang="en-US"/>
          </a:p>
        </p:txBody>
      </p:sp>
      <p:sp>
        <p:nvSpPr>
          <p:cNvPr id="103" name="FooterBar"/>
          <p:cNvSpPr/>
          <p:nvPr/>
        </p:nvSpPr>
        <p:spPr>
          <a:xfrm>
            <a:off x="0" y="6522720"/>
            <a:ext cx="12192000" cy="335280"/>
          </a:xfrm>
          <a:prstGeom prst="rect">
            <a:avLst/>
          </a:prstGeom>
          <a:solidFill>
            <a:srgbClr val="F5F5F5"/>
          </a:solidFill>
          <a:ln w="0">
            <a:noFill/>
          </a:ln>
        </p:spPr>
        <p:txBody>
          <a:bodyPr/>
          <a:lstStyle/>
          <a:p>
            <a:endParaRPr lang="en-US"/>
          </a:p>
        </p:txBody>
      </p:sp>
      <p:sp>
        <p:nvSpPr>
          <p:cNvPr id="104" name="TitleText"/>
          <p:cNvSpPr/>
          <p:nvPr/>
        </p:nvSpPr>
        <p:spPr>
          <a:xfrm>
            <a:off x="402336" y="60960"/>
            <a:ext cx="11265408" cy="975360"/>
          </a:xfrm>
          <a:prstGeom prst="rect">
            <a:avLst/>
          </a:prstGeom>
          <a:noFill/>
          <a:ln w="0">
            <a:noFill/>
          </a:ln>
        </p:spPr>
        <p:txBody>
          <a:bodyPr wrap="square" lIns="0" tIns="0" rIns="0" bIns="0" rtlCol="0" anchor="ctr">
            <a:normAutofit/>
          </a:bodyPr>
          <a:lstStyle/>
          <a:p>
            <a:pPr marL="0" indent="0" algn="l">
              <a:buNone/>
            </a:pPr>
            <a:r>
              <a:rPr lang="en-US" sz="2800" b="1" dirty="0">
                <a:solidFill>
                  <a:srgbClr val="FFFFFF"/>
                </a:solidFill>
                <a:latin typeface="Garamond" pitchFamily="34" charset="0"/>
              </a:rPr>
              <a:t>Things you will learn by the end of lesson</a:t>
            </a:r>
          </a:p>
        </p:txBody>
      </p:sp>
      <p:sp>
        <p:nvSpPr>
          <p:cNvPr id="105" name="FooterText"/>
          <p:cNvSpPr/>
          <p:nvPr/>
        </p:nvSpPr>
        <p:spPr>
          <a:xfrm>
            <a:off x="341376" y="6582720"/>
            <a:ext cx="9753600" cy="295280"/>
          </a:xfrm>
          <a:prstGeom prst="rect">
            <a:avLst/>
          </a:prstGeom>
          <a:noFill/>
          <a:ln w="0">
            <a:noFill/>
          </a:ln>
        </p:spPr>
        <p:txBody>
          <a:bodyPr wrap="square" lIns="0" tIns="0" rIns="0" bIns="0" rtlCol="0" anchor="ctr"/>
          <a:lstStyle/>
          <a:p>
            <a:pPr marL="0" indent="0" algn="l">
              <a:buNone/>
            </a:pPr>
            <a:r>
              <a:rPr lang="en-US" sz="1000" dirty="0">
                <a:solidFill>
                  <a:srgbClr val="027EB5"/>
                </a:solidFill>
                <a:latin typeface="Garamond" pitchFamily="34" charset="0"/>
              </a:rPr>
              <a:t>FIT1055: IT Professional Practice and Ethics  |  Week 7</a:t>
            </a:r>
          </a:p>
        </p:txBody>
      </p:sp>
      <p:sp>
        <p:nvSpPr>
          <p:cNvPr id="3" name="Content Placeholder 2"/>
          <p:cNvSpPr>
            <a:spLocks noGrp="1"/>
          </p:cNvSpPr>
          <p:nvPr>
            <p:ph type="body" sz="quarter" idx="10"/>
          </p:nvPr>
        </p:nvSpPr>
        <p:spPr>
          <a:xfrm>
            <a:off x="839416" y="1484784"/>
            <a:ext cx="10225136" cy="4032448"/>
          </a:xfrm>
        </p:spPr>
        <p:txBody>
          <a:bodyPr>
            <a:normAutofit/>
          </a:bodyPr>
          <a:lstStyle/>
          <a:p>
            <a:pPr marL="342900" indent="-342900">
              <a:buFont typeface="Arial" panose="020B0604020202020204" pitchFamily="34" charset="0"/>
              <a:buChar char="•"/>
            </a:pPr>
            <a:r>
              <a:rPr lang="en-US" b="1" dirty="0">
                <a:latin typeface="Garamond" panose="02020404030301010803" pitchFamily="18" charset="0"/>
              </a:rPr>
              <a:t>Understand WHY</a:t>
            </a:r>
            <a:r>
              <a:rPr lang="en-US" dirty="0">
                <a:latin typeface="Garamond" panose="02020404030301010803" pitchFamily="18" charset="0"/>
              </a:rPr>
              <a:t> ethical reasoning frameworks are essential for computing professionals in today's technology landscape</a:t>
            </a:r>
          </a:p>
          <a:p>
            <a:pPr marL="342900" indent="-342900">
              <a:buFont typeface="Arial" panose="020B0604020202020204" pitchFamily="34" charset="0"/>
              <a:buChar char="•"/>
            </a:pPr>
            <a:r>
              <a:rPr lang="en-US" b="1" dirty="0">
                <a:latin typeface="Garamond" panose="02020404030301010803" pitchFamily="18" charset="0"/>
              </a:rPr>
              <a:t>Comprehend</a:t>
            </a:r>
            <a:r>
              <a:rPr lang="en-US" dirty="0">
                <a:latin typeface="Garamond" panose="02020404030301010803" pitchFamily="18" charset="0"/>
              </a:rPr>
              <a:t> the foundational concepts and systematic approach of ethical reasoning</a:t>
            </a:r>
          </a:p>
          <a:p>
            <a:pPr marL="342900" indent="-342900">
              <a:buFont typeface="Arial" panose="020B0604020202020204" pitchFamily="34" charset="0"/>
              <a:buChar char="•"/>
            </a:pPr>
            <a:r>
              <a:rPr lang="en-US" b="1" dirty="0">
                <a:latin typeface="Garamond" panose="02020404030301010803" pitchFamily="18" charset="0"/>
              </a:rPr>
              <a:t>Comprehend </a:t>
            </a:r>
            <a:r>
              <a:rPr lang="en-US" dirty="0">
                <a:latin typeface="Garamond" panose="02020404030301010803" pitchFamily="18" charset="0"/>
              </a:rPr>
              <a:t>Steps 1-2 of the Ethical Reasoning Framework with systems thinking principles</a:t>
            </a:r>
          </a:p>
          <a:p>
            <a:pPr marL="342900" indent="-342900">
              <a:buFont typeface="Arial" panose="020B0604020202020204" pitchFamily="34" charset="0"/>
              <a:buChar char="•"/>
            </a:pPr>
            <a:r>
              <a:rPr lang="en-US" b="1" dirty="0">
                <a:latin typeface="Garamond" panose="02020404030301010803" pitchFamily="18" charset="0"/>
              </a:rPr>
              <a:t>Develop</a:t>
            </a:r>
            <a:r>
              <a:rPr lang="en-US" dirty="0">
                <a:latin typeface="Garamond" panose="02020404030301010803" pitchFamily="18" charset="0"/>
              </a:rPr>
              <a:t> high-level conceptual thinking for ethical product design</a:t>
            </a:r>
          </a:p>
          <a:p>
            <a:pPr marL="342900" indent="-342900">
              <a:buFont typeface="Arial" panose="020B0604020202020204" pitchFamily="34" charset="0"/>
              <a:buChar char="•"/>
            </a:pPr>
            <a:r>
              <a:rPr lang="en-US" b="1" dirty="0">
                <a:latin typeface="Garamond" panose="02020404030301010803" pitchFamily="18" charset="0"/>
              </a:rPr>
              <a:t>Connect</a:t>
            </a:r>
            <a:r>
              <a:rPr lang="en-US" dirty="0">
                <a:latin typeface="Garamond" panose="02020404030301010803" pitchFamily="18" charset="0"/>
              </a:rPr>
              <a:t> this week's content with Week 6 workshop insights on professional responsibilities</a:t>
            </a:r>
          </a:p>
          <a:p>
            <a:pPr marL="457200" indent="-457200">
              <a:buAutoNum type="arabicPeriod"/>
            </a:pPr>
            <a:endParaRPr lang="en-US" dirty="0">
              <a:latin typeface="Garamond" panose="02020404030301010803" pitchFamily="18" charset="0"/>
              <a:cs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02B5C"/>
        </a:solidFill>
        <a:effectLst/>
      </p:bgPr>
    </p:bg>
    <p:spTree>
      <p:nvGrpSpPr>
        <p:cNvPr id="1" name=""/>
        <p:cNvGrpSpPr/>
        <p:nvPr/>
      </p:nvGrpSpPr>
      <p:grpSpPr>
        <a:xfrm>
          <a:off x="0" y="0"/>
          <a:ext cx="0" cy="0"/>
          <a:chOff x="0" y="0"/>
          <a:chExt cx="0" cy="0"/>
        </a:xfrm>
      </p:grpSpPr>
      <p:sp>
        <p:nvSpPr>
          <p:cNvPr id="102" name="LeftBar"/>
          <p:cNvSpPr/>
          <p:nvPr/>
        </p:nvSpPr>
        <p:spPr>
          <a:xfrm>
            <a:off x="0" y="0"/>
            <a:ext cx="182880" cy="6858000"/>
          </a:xfrm>
          <a:prstGeom prst="rect">
            <a:avLst/>
          </a:prstGeom>
          <a:solidFill>
            <a:srgbClr val="006DAE"/>
          </a:solidFill>
          <a:ln w="0">
            <a:noFill/>
          </a:ln>
        </p:spPr>
        <p:txBody>
          <a:bodyPr/>
          <a:lstStyle/>
          <a:p>
            <a:endParaRPr lang="en-US"/>
          </a:p>
        </p:txBody>
      </p:sp>
      <p:sp>
        <p:nvSpPr>
          <p:cNvPr id="103" name="FooterBar"/>
          <p:cNvSpPr/>
          <p:nvPr/>
        </p:nvSpPr>
        <p:spPr>
          <a:xfrm>
            <a:off x="0" y="6522720"/>
            <a:ext cx="12192000" cy="335280"/>
          </a:xfrm>
          <a:prstGeom prst="rect">
            <a:avLst/>
          </a:prstGeom>
          <a:solidFill>
            <a:srgbClr val="F5F5F5"/>
          </a:solidFill>
          <a:ln w="0">
            <a:noFill/>
          </a:ln>
        </p:spPr>
        <p:txBody>
          <a:bodyPr/>
          <a:lstStyle/>
          <a:p>
            <a:endParaRPr lang="en-US"/>
          </a:p>
        </p:txBody>
      </p:sp>
      <p:sp>
        <p:nvSpPr>
          <p:cNvPr id="105" name="FooterText"/>
          <p:cNvSpPr/>
          <p:nvPr/>
        </p:nvSpPr>
        <p:spPr>
          <a:xfrm>
            <a:off x="341376" y="6582720"/>
            <a:ext cx="9753600" cy="295280"/>
          </a:xfrm>
          <a:prstGeom prst="rect">
            <a:avLst/>
          </a:prstGeom>
          <a:noFill/>
          <a:ln w="0">
            <a:noFill/>
          </a:ln>
        </p:spPr>
        <p:txBody>
          <a:bodyPr wrap="square" lIns="0" tIns="0" rIns="0" bIns="0" rtlCol="0" anchor="ctr"/>
          <a:lstStyle/>
          <a:p>
            <a:pPr marL="0" indent="0" algn="l">
              <a:buNone/>
            </a:pPr>
            <a:r>
              <a:rPr lang="en-US" sz="1000" dirty="0">
                <a:solidFill>
                  <a:srgbClr val="027EB5"/>
                </a:solidFill>
                <a:latin typeface="Garamond" pitchFamily="34" charset="0"/>
              </a:rPr>
              <a:t>FIT1055: IT Professional Practice and Ethics  |  Week 7</a:t>
            </a:r>
          </a:p>
        </p:txBody>
      </p:sp>
      <p:sp>
        <p:nvSpPr>
          <p:cNvPr id="201" name="SecTitle"/>
          <p:cNvSpPr/>
          <p:nvPr/>
        </p:nvSpPr>
        <p:spPr>
          <a:xfrm>
            <a:off x="609600" y="1524000"/>
            <a:ext cx="10972800" cy="1340000"/>
          </a:xfrm>
          <a:prstGeom prst="rect">
            <a:avLst/>
          </a:prstGeom>
          <a:noFill/>
          <a:ln w="0">
            <a:noFill/>
          </a:ln>
        </p:spPr>
        <p:txBody>
          <a:bodyPr wrap="square" lIns="0" tIns="0" rIns="0" bIns="0" rtlCol="0" anchor="b">
            <a:normAutofit lnSpcReduction="10000"/>
          </a:bodyPr>
          <a:lstStyle/>
          <a:p>
            <a:pPr marL="0" indent="0" algn="l">
              <a:buNone/>
            </a:pPr>
            <a:r>
              <a:rPr lang="en-US" sz="4400" b="1" dirty="0">
                <a:solidFill>
                  <a:srgbClr val="FFFFFF"/>
                </a:solidFill>
                <a:latin typeface="Garamond" pitchFamily="34" charset="0"/>
              </a:rPr>
              <a:t>Let’s recap and connect from last week learnings</a:t>
            </a:r>
          </a:p>
        </p:txBody>
      </p:sp>
      <p:sp>
        <p:nvSpPr>
          <p:cNvPr id="202" name="SecLine"/>
          <p:cNvSpPr/>
          <p:nvPr/>
        </p:nvSpPr>
        <p:spPr>
          <a:xfrm>
            <a:off x="609600" y="2950000"/>
            <a:ext cx="4876800" cy="73152"/>
          </a:xfrm>
          <a:prstGeom prst="rect">
            <a:avLst/>
          </a:prstGeom>
          <a:solidFill>
            <a:srgbClr val="5BC2E7"/>
          </a:solidFill>
          <a:ln w="0">
            <a:noFill/>
          </a:ln>
        </p:spPr>
        <p:txBody>
          <a:bodyPr/>
          <a:lstStyle/>
          <a:p>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101" name="HeaderBar"/>
          <p:cNvSpPr/>
          <p:nvPr/>
        </p:nvSpPr>
        <p:spPr>
          <a:xfrm>
            <a:off x="0" y="0"/>
            <a:ext cx="12192000" cy="1036320"/>
          </a:xfrm>
          <a:prstGeom prst="rect">
            <a:avLst/>
          </a:prstGeom>
          <a:solidFill>
            <a:srgbClr val="002B5C"/>
          </a:solidFill>
          <a:ln w="0">
            <a:noFill/>
          </a:ln>
        </p:spPr>
        <p:txBody>
          <a:bodyPr/>
          <a:lstStyle/>
          <a:p>
            <a:endParaRPr lang="en-US"/>
          </a:p>
        </p:txBody>
      </p:sp>
      <p:sp>
        <p:nvSpPr>
          <p:cNvPr id="102" name="LeftBar"/>
          <p:cNvSpPr/>
          <p:nvPr/>
        </p:nvSpPr>
        <p:spPr>
          <a:xfrm>
            <a:off x="0" y="0"/>
            <a:ext cx="182880" cy="6858000"/>
          </a:xfrm>
          <a:prstGeom prst="rect">
            <a:avLst/>
          </a:prstGeom>
          <a:solidFill>
            <a:srgbClr val="006DAE"/>
          </a:solidFill>
          <a:ln w="0">
            <a:noFill/>
          </a:ln>
        </p:spPr>
        <p:txBody>
          <a:bodyPr/>
          <a:lstStyle/>
          <a:p>
            <a:endParaRPr lang="en-US"/>
          </a:p>
        </p:txBody>
      </p:sp>
      <p:sp>
        <p:nvSpPr>
          <p:cNvPr id="103" name="FooterBar"/>
          <p:cNvSpPr/>
          <p:nvPr/>
        </p:nvSpPr>
        <p:spPr>
          <a:xfrm>
            <a:off x="0" y="6522720"/>
            <a:ext cx="12192000" cy="335280"/>
          </a:xfrm>
          <a:prstGeom prst="rect">
            <a:avLst/>
          </a:prstGeom>
          <a:solidFill>
            <a:srgbClr val="F5F5F5"/>
          </a:solidFill>
          <a:ln w="0">
            <a:noFill/>
          </a:ln>
        </p:spPr>
        <p:txBody>
          <a:bodyPr/>
          <a:lstStyle/>
          <a:p>
            <a:endParaRPr lang="en-US"/>
          </a:p>
        </p:txBody>
      </p:sp>
      <p:sp>
        <p:nvSpPr>
          <p:cNvPr id="104" name="TitleText"/>
          <p:cNvSpPr/>
          <p:nvPr/>
        </p:nvSpPr>
        <p:spPr>
          <a:xfrm>
            <a:off x="402336" y="60960"/>
            <a:ext cx="11265408" cy="975360"/>
          </a:xfrm>
          <a:prstGeom prst="rect">
            <a:avLst/>
          </a:prstGeom>
          <a:noFill/>
          <a:ln w="0">
            <a:noFill/>
          </a:ln>
        </p:spPr>
        <p:txBody>
          <a:bodyPr wrap="square" lIns="0" tIns="0" rIns="0" bIns="0" rtlCol="0" anchor="ctr">
            <a:normAutofit/>
          </a:bodyPr>
          <a:lstStyle/>
          <a:p>
            <a:pPr marL="0" indent="0" algn="l">
              <a:buNone/>
            </a:pPr>
            <a:r>
              <a:rPr lang="en-US" sz="2800" b="1" dirty="0">
                <a:solidFill>
                  <a:srgbClr val="FFFFFF"/>
                </a:solidFill>
                <a:latin typeface="Garamond" pitchFamily="34" charset="0"/>
              </a:rPr>
              <a:t>Why is ACM Code of Ethics not sufficient?</a:t>
            </a:r>
          </a:p>
        </p:txBody>
      </p:sp>
      <p:sp>
        <p:nvSpPr>
          <p:cNvPr id="105" name="FooterText"/>
          <p:cNvSpPr/>
          <p:nvPr/>
        </p:nvSpPr>
        <p:spPr>
          <a:xfrm>
            <a:off x="341376" y="6582720"/>
            <a:ext cx="9753600" cy="295280"/>
          </a:xfrm>
          <a:prstGeom prst="rect">
            <a:avLst/>
          </a:prstGeom>
          <a:noFill/>
          <a:ln w="0">
            <a:noFill/>
          </a:ln>
        </p:spPr>
        <p:txBody>
          <a:bodyPr wrap="square" lIns="0" tIns="0" rIns="0" bIns="0" rtlCol="0" anchor="ctr"/>
          <a:lstStyle/>
          <a:p>
            <a:pPr marL="0" indent="0" algn="l">
              <a:buNone/>
            </a:pPr>
            <a:r>
              <a:rPr lang="en-US" sz="1000" dirty="0">
                <a:solidFill>
                  <a:srgbClr val="027EB5"/>
                </a:solidFill>
                <a:latin typeface="Garamond" pitchFamily="34" charset="0"/>
              </a:rPr>
              <a:t>FIT1055: IT Professional Practice and Ethics  |  Week 7</a:t>
            </a:r>
          </a:p>
        </p:txBody>
      </p:sp>
      <p:sp>
        <p:nvSpPr>
          <p:cNvPr id="3" name="Content Placeholder 2">
            <a:extLst>
              <a:ext uri="{FF2B5EF4-FFF2-40B4-BE49-F238E27FC236}">
                <a16:creationId xmlns:a16="http://schemas.microsoft.com/office/drawing/2014/main" id="{7C207053-8654-6B45-0DBA-EDC97B7C6B0F}"/>
              </a:ext>
            </a:extLst>
          </p:cNvPr>
          <p:cNvSpPr>
            <a:spLocks noGrp="1"/>
          </p:cNvSpPr>
          <p:nvPr>
            <p:ph type="body" sz="quarter" idx="10"/>
          </p:nvPr>
        </p:nvSpPr>
        <p:spPr>
          <a:xfrm>
            <a:off x="839416" y="1484784"/>
            <a:ext cx="10225136" cy="4032448"/>
          </a:xfrm>
        </p:spPr>
        <p:txBody>
          <a:bodyPr>
            <a:normAutofit/>
          </a:bodyPr>
          <a:lstStyle/>
          <a:p>
            <a:r>
              <a:rPr lang="en-US" b="1" dirty="0">
                <a:latin typeface="Garamond" panose="02020404030301010803" pitchFamily="18" charset="0"/>
              </a:rPr>
              <a:t>The Computing Professional's Reality</a:t>
            </a:r>
          </a:p>
          <a:p>
            <a:endParaRPr lang="en-US" b="1" dirty="0">
              <a:latin typeface="Garamond" panose="02020404030301010803" pitchFamily="18" charset="0"/>
            </a:endParaRPr>
          </a:p>
          <a:p>
            <a:r>
              <a:rPr lang="en-US" b="1" dirty="0">
                <a:latin typeface="Garamond" panose="02020404030301010803" pitchFamily="18" charset="0"/>
              </a:rPr>
              <a:t>Scale of Impact</a:t>
            </a:r>
            <a:r>
              <a:rPr lang="en-US" dirty="0">
                <a:latin typeface="Garamond" panose="02020404030301010803" pitchFamily="18" charset="0"/>
              </a:rPr>
              <a:t>: Your code affects millions of users globally</a:t>
            </a:r>
          </a:p>
          <a:p>
            <a:r>
              <a:rPr lang="en-US" b="1" dirty="0">
                <a:latin typeface="Garamond" panose="02020404030301010803" pitchFamily="18" charset="0"/>
              </a:rPr>
              <a:t>Invisible Consequences</a:t>
            </a:r>
            <a:r>
              <a:rPr lang="en-US" dirty="0">
                <a:latin typeface="Garamond" panose="02020404030301010803" pitchFamily="18" charset="0"/>
              </a:rPr>
              <a:t>: Algorithmic decisions shape lives in ways users don't see</a:t>
            </a:r>
          </a:p>
          <a:p>
            <a:r>
              <a:rPr lang="en-US" b="1" dirty="0">
                <a:latin typeface="Garamond" panose="02020404030301010803" pitchFamily="18" charset="0"/>
              </a:rPr>
              <a:t>Speed vs. Ethics</a:t>
            </a:r>
            <a:r>
              <a:rPr lang="en-US" dirty="0">
                <a:latin typeface="Garamond" panose="02020404030301010803" pitchFamily="18" charset="0"/>
              </a:rPr>
              <a:t>: Pressure to deliver fast often conflicts with doing good</a:t>
            </a:r>
          </a:p>
          <a:p>
            <a:r>
              <a:rPr lang="en-US" b="1" dirty="0">
                <a:latin typeface="Garamond" panose="02020404030301010803" pitchFamily="18" charset="0"/>
              </a:rPr>
              <a:t>Complexity Challenge</a:t>
            </a:r>
            <a:r>
              <a:rPr lang="en-US" dirty="0">
                <a:latin typeface="Garamond" panose="02020404030301010803" pitchFamily="18" charset="0"/>
              </a:rPr>
              <a:t>: Modern systems involve multiple stakeholders and interconnected effects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101" name="HeaderBar"/>
          <p:cNvSpPr/>
          <p:nvPr/>
        </p:nvSpPr>
        <p:spPr>
          <a:xfrm>
            <a:off x="0" y="0"/>
            <a:ext cx="12192000" cy="1036320"/>
          </a:xfrm>
          <a:prstGeom prst="rect">
            <a:avLst/>
          </a:prstGeom>
          <a:solidFill>
            <a:srgbClr val="002B5C"/>
          </a:solidFill>
          <a:ln w="0">
            <a:noFill/>
          </a:ln>
        </p:spPr>
        <p:txBody>
          <a:bodyPr/>
          <a:lstStyle/>
          <a:p>
            <a:endParaRPr lang="en-US"/>
          </a:p>
        </p:txBody>
      </p:sp>
      <p:sp>
        <p:nvSpPr>
          <p:cNvPr id="102" name="LeftBar"/>
          <p:cNvSpPr/>
          <p:nvPr/>
        </p:nvSpPr>
        <p:spPr>
          <a:xfrm>
            <a:off x="0" y="0"/>
            <a:ext cx="182880" cy="6858000"/>
          </a:xfrm>
          <a:prstGeom prst="rect">
            <a:avLst/>
          </a:prstGeom>
          <a:solidFill>
            <a:srgbClr val="006DAE"/>
          </a:solidFill>
          <a:ln w="0">
            <a:noFill/>
          </a:ln>
        </p:spPr>
        <p:txBody>
          <a:bodyPr/>
          <a:lstStyle/>
          <a:p>
            <a:endParaRPr lang="en-US"/>
          </a:p>
        </p:txBody>
      </p:sp>
      <p:sp>
        <p:nvSpPr>
          <p:cNvPr id="103" name="FooterBar"/>
          <p:cNvSpPr/>
          <p:nvPr/>
        </p:nvSpPr>
        <p:spPr>
          <a:xfrm>
            <a:off x="0" y="6522720"/>
            <a:ext cx="12192000" cy="335280"/>
          </a:xfrm>
          <a:prstGeom prst="rect">
            <a:avLst/>
          </a:prstGeom>
          <a:solidFill>
            <a:srgbClr val="F5F5F5"/>
          </a:solidFill>
          <a:ln w="0">
            <a:noFill/>
          </a:ln>
        </p:spPr>
        <p:txBody>
          <a:bodyPr/>
          <a:lstStyle/>
          <a:p>
            <a:endParaRPr lang="en-US"/>
          </a:p>
        </p:txBody>
      </p:sp>
      <p:sp>
        <p:nvSpPr>
          <p:cNvPr id="104" name="TitleText"/>
          <p:cNvSpPr/>
          <p:nvPr/>
        </p:nvSpPr>
        <p:spPr>
          <a:xfrm>
            <a:off x="402336" y="60960"/>
            <a:ext cx="11265408" cy="975360"/>
          </a:xfrm>
          <a:prstGeom prst="rect">
            <a:avLst/>
          </a:prstGeom>
          <a:noFill/>
          <a:ln w="0">
            <a:noFill/>
          </a:ln>
        </p:spPr>
        <p:txBody>
          <a:bodyPr wrap="square" lIns="0" tIns="0" rIns="0" bIns="0" rtlCol="0" anchor="ctr">
            <a:normAutofit/>
          </a:bodyPr>
          <a:lstStyle/>
          <a:p>
            <a:pPr marL="0" indent="0" algn="l">
              <a:buNone/>
            </a:pPr>
            <a:r>
              <a:rPr lang="en-US" sz="2800" b="1" dirty="0">
                <a:solidFill>
                  <a:srgbClr val="FFFFFF"/>
                </a:solidFill>
                <a:latin typeface="Garamond" pitchFamily="34" charset="0"/>
              </a:rPr>
              <a:t>Real-World Evidence from Week 6 Workshop</a:t>
            </a:r>
          </a:p>
        </p:txBody>
      </p:sp>
      <p:sp>
        <p:nvSpPr>
          <p:cNvPr id="105" name="FooterText"/>
          <p:cNvSpPr/>
          <p:nvPr/>
        </p:nvSpPr>
        <p:spPr>
          <a:xfrm>
            <a:off x="341376" y="6582720"/>
            <a:ext cx="9753600" cy="295280"/>
          </a:xfrm>
          <a:prstGeom prst="rect">
            <a:avLst/>
          </a:prstGeom>
          <a:noFill/>
          <a:ln w="0">
            <a:noFill/>
          </a:ln>
        </p:spPr>
        <p:txBody>
          <a:bodyPr wrap="square" lIns="0" tIns="0" rIns="0" bIns="0" rtlCol="0" anchor="ctr"/>
          <a:lstStyle/>
          <a:p>
            <a:pPr marL="0" indent="0" algn="l">
              <a:buNone/>
            </a:pPr>
            <a:r>
              <a:rPr lang="en-US" sz="1000" dirty="0">
                <a:solidFill>
                  <a:srgbClr val="027EB5"/>
                </a:solidFill>
                <a:latin typeface="Garamond" pitchFamily="34" charset="0"/>
              </a:rPr>
              <a:t>FIT1055: IT Professional Practice and Ethics  |  Week 7</a:t>
            </a:r>
          </a:p>
        </p:txBody>
      </p:sp>
      <p:sp>
        <p:nvSpPr>
          <p:cNvPr id="3" name="Content Placeholder 2">
            <a:extLst>
              <a:ext uri="{FF2B5EF4-FFF2-40B4-BE49-F238E27FC236}">
                <a16:creationId xmlns:a16="http://schemas.microsoft.com/office/drawing/2014/main" id="{65AFDD62-5307-919B-568A-38FDB403C43C}"/>
              </a:ext>
            </a:extLst>
          </p:cNvPr>
          <p:cNvSpPr>
            <a:spLocks noGrp="1"/>
          </p:cNvSpPr>
          <p:nvPr>
            <p:ph type="body" sz="quarter" idx="10"/>
          </p:nvPr>
        </p:nvSpPr>
        <p:spPr>
          <a:xfrm>
            <a:off x="839416" y="1484784"/>
            <a:ext cx="10225136" cy="4032448"/>
          </a:xfrm>
        </p:spPr>
        <p:txBody>
          <a:bodyPr>
            <a:normAutofit/>
          </a:bodyPr>
          <a:lstStyle/>
          <a:p>
            <a:r>
              <a:rPr lang="en-US" i="1" dirty="0">
                <a:latin typeface="Garamond" panose="02020404030301010803" pitchFamily="18" charset="0"/>
              </a:rPr>
              <a:t>Building on last week's exploration of professional responsibilities:</a:t>
            </a:r>
          </a:p>
          <a:p>
            <a:endParaRPr lang="en-US" dirty="0">
              <a:latin typeface="Garamond" panose="02020404030301010803" pitchFamily="18" charset="0"/>
            </a:endParaRPr>
          </a:p>
          <a:p>
            <a:r>
              <a:rPr lang="en-US" b="1" dirty="0">
                <a:latin typeface="Garamond" panose="02020404030301010803" pitchFamily="18" charset="0"/>
              </a:rPr>
              <a:t>Case Studies Showed</a:t>
            </a:r>
            <a:r>
              <a:rPr lang="en-US" dirty="0">
                <a:latin typeface="Garamond" panose="02020404030301010803" pitchFamily="18" charset="0"/>
              </a:rPr>
              <a:t>: Technical decisions have ethical implications</a:t>
            </a:r>
          </a:p>
          <a:p>
            <a:r>
              <a:rPr lang="en-US" b="1" dirty="0">
                <a:latin typeface="Garamond" panose="02020404030301010803" pitchFamily="18" charset="0"/>
              </a:rPr>
              <a:t>Professional Codes Exist</a:t>
            </a:r>
            <a:r>
              <a:rPr lang="en-US" dirty="0">
                <a:latin typeface="Garamond" panose="02020404030301010803" pitchFamily="18" charset="0"/>
              </a:rPr>
              <a:t>: But how do we apply them systematically?</a:t>
            </a:r>
          </a:p>
          <a:p>
            <a:r>
              <a:rPr lang="en-US" b="1" dirty="0">
                <a:latin typeface="Garamond" panose="02020404030301010803" pitchFamily="18" charset="0"/>
              </a:rPr>
              <a:t>Gap Identified</a:t>
            </a:r>
            <a:r>
              <a:rPr lang="en-US" dirty="0">
                <a:latin typeface="Garamond" panose="02020404030301010803" pitchFamily="18" charset="0"/>
              </a:rPr>
              <a:t>: Need a structured approach to bridge theory and practice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101" name="HeaderBar"/>
          <p:cNvSpPr/>
          <p:nvPr/>
        </p:nvSpPr>
        <p:spPr>
          <a:xfrm>
            <a:off x="0" y="0"/>
            <a:ext cx="12192000" cy="1036320"/>
          </a:xfrm>
          <a:prstGeom prst="rect">
            <a:avLst/>
          </a:prstGeom>
          <a:solidFill>
            <a:srgbClr val="002B5C"/>
          </a:solidFill>
          <a:ln w="0">
            <a:noFill/>
          </a:ln>
        </p:spPr>
        <p:txBody>
          <a:bodyPr/>
          <a:lstStyle/>
          <a:p>
            <a:endParaRPr lang="en-US"/>
          </a:p>
        </p:txBody>
      </p:sp>
      <p:sp>
        <p:nvSpPr>
          <p:cNvPr id="102" name="LeftBar"/>
          <p:cNvSpPr/>
          <p:nvPr/>
        </p:nvSpPr>
        <p:spPr>
          <a:xfrm>
            <a:off x="0" y="0"/>
            <a:ext cx="182880" cy="6858000"/>
          </a:xfrm>
          <a:prstGeom prst="rect">
            <a:avLst/>
          </a:prstGeom>
          <a:solidFill>
            <a:srgbClr val="006DAE"/>
          </a:solidFill>
          <a:ln w="0">
            <a:noFill/>
          </a:ln>
        </p:spPr>
        <p:txBody>
          <a:bodyPr/>
          <a:lstStyle/>
          <a:p>
            <a:endParaRPr lang="en-US"/>
          </a:p>
        </p:txBody>
      </p:sp>
      <p:sp>
        <p:nvSpPr>
          <p:cNvPr id="103" name="FooterBar"/>
          <p:cNvSpPr/>
          <p:nvPr/>
        </p:nvSpPr>
        <p:spPr>
          <a:xfrm>
            <a:off x="0" y="6522720"/>
            <a:ext cx="12192000" cy="335280"/>
          </a:xfrm>
          <a:prstGeom prst="rect">
            <a:avLst/>
          </a:prstGeom>
          <a:solidFill>
            <a:srgbClr val="F5F5F5"/>
          </a:solidFill>
          <a:ln w="0">
            <a:noFill/>
          </a:ln>
        </p:spPr>
        <p:txBody>
          <a:bodyPr/>
          <a:lstStyle/>
          <a:p>
            <a:endParaRPr lang="en-US"/>
          </a:p>
        </p:txBody>
      </p:sp>
      <p:sp>
        <p:nvSpPr>
          <p:cNvPr id="104" name="TitleText"/>
          <p:cNvSpPr/>
          <p:nvPr/>
        </p:nvSpPr>
        <p:spPr>
          <a:xfrm>
            <a:off x="402336" y="60960"/>
            <a:ext cx="11265408" cy="975360"/>
          </a:xfrm>
          <a:prstGeom prst="rect">
            <a:avLst/>
          </a:prstGeom>
          <a:noFill/>
          <a:ln w="0">
            <a:noFill/>
          </a:ln>
        </p:spPr>
        <p:txBody>
          <a:bodyPr wrap="square" lIns="0" tIns="0" rIns="0" bIns="0" rtlCol="0" anchor="ctr">
            <a:normAutofit/>
          </a:bodyPr>
          <a:lstStyle/>
          <a:p>
            <a:pPr marL="0" indent="0" algn="l">
              <a:buNone/>
            </a:pPr>
            <a:r>
              <a:rPr lang="en-US" sz="2800" b="1" dirty="0">
                <a:solidFill>
                  <a:srgbClr val="FFFFFF"/>
                </a:solidFill>
                <a:latin typeface="Garamond" pitchFamily="34" charset="0"/>
              </a:rPr>
              <a:t>Thus, we introduce the Ethical Reasoning Framework</a:t>
            </a:r>
          </a:p>
        </p:txBody>
      </p:sp>
      <p:sp>
        <p:nvSpPr>
          <p:cNvPr id="105" name="FooterText"/>
          <p:cNvSpPr/>
          <p:nvPr/>
        </p:nvSpPr>
        <p:spPr>
          <a:xfrm>
            <a:off x="341376" y="6582720"/>
            <a:ext cx="9753600" cy="295280"/>
          </a:xfrm>
          <a:prstGeom prst="rect">
            <a:avLst/>
          </a:prstGeom>
          <a:noFill/>
          <a:ln w="0">
            <a:noFill/>
          </a:ln>
        </p:spPr>
        <p:txBody>
          <a:bodyPr wrap="square" lIns="0" tIns="0" rIns="0" bIns="0" rtlCol="0" anchor="ctr"/>
          <a:lstStyle/>
          <a:p>
            <a:pPr marL="0" indent="0" algn="l">
              <a:buNone/>
            </a:pPr>
            <a:r>
              <a:rPr lang="en-US" sz="1000" dirty="0">
                <a:solidFill>
                  <a:srgbClr val="027EB5"/>
                </a:solidFill>
                <a:latin typeface="Garamond" pitchFamily="34" charset="0"/>
              </a:rPr>
              <a:t>FIT1055: IT Professional Practice and Ethics  |  Week 7</a:t>
            </a:r>
          </a:p>
        </p:txBody>
      </p:sp>
      <p:sp>
        <p:nvSpPr>
          <p:cNvPr id="3" name="Content Placeholder 2">
            <a:extLst>
              <a:ext uri="{FF2B5EF4-FFF2-40B4-BE49-F238E27FC236}">
                <a16:creationId xmlns:a16="http://schemas.microsoft.com/office/drawing/2014/main" id="{76611D91-54A7-3DBD-7A32-4CEE1E925468}"/>
              </a:ext>
            </a:extLst>
          </p:cNvPr>
          <p:cNvSpPr>
            <a:spLocks noGrp="1"/>
          </p:cNvSpPr>
          <p:nvPr>
            <p:ph type="body" sz="quarter" idx="10"/>
          </p:nvPr>
        </p:nvSpPr>
        <p:spPr>
          <a:xfrm>
            <a:off x="839416" y="1484784"/>
            <a:ext cx="10225136" cy="4032448"/>
          </a:xfrm>
        </p:spPr>
        <p:txBody>
          <a:bodyPr>
            <a:normAutofit/>
          </a:bodyPr>
          <a:lstStyle/>
          <a:p>
            <a:r>
              <a:rPr lang="en-US" dirty="0">
                <a:latin typeface="Garamond" panose="02020404030301010803" pitchFamily="18" charset="0"/>
              </a:rPr>
              <a:t>An </a:t>
            </a:r>
            <a:r>
              <a:rPr lang="en-US" i="1" dirty="0">
                <a:latin typeface="Garamond" panose="02020404030301010803" pitchFamily="18" charset="0"/>
              </a:rPr>
              <a:t>Ethical Reasoning Framework provides</a:t>
            </a:r>
            <a:r>
              <a:rPr lang="en-US" dirty="0">
                <a:latin typeface="Garamond" panose="02020404030301010803" pitchFamily="18" charset="0"/>
              </a:rPr>
              <a:t>:</a:t>
            </a:r>
          </a:p>
          <a:p>
            <a:endParaRPr lang="en-US" dirty="0">
              <a:latin typeface="Garamond" panose="02020404030301010803" pitchFamily="18" charset="0"/>
            </a:endParaRPr>
          </a:p>
          <a:p>
            <a:r>
              <a:rPr lang="en-US" b="1" dirty="0">
                <a:latin typeface="Garamond" panose="02020404030301010803" pitchFamily="18" charset="0"/>
              </a:rPr>
              <a:t>Systematic Process</a:t>
            </a:r>
            <a:r>
              <a:rPr lang="en-US" dirty="0">
                <a:latin typeface="Garamond" panose="02020404030301010803" pitchFamily="18" charset="0"/>
              </a:rPr>
              <a:t>: Consistent approach to ethical decision-making</a:t>
            </a:r>
          </a:p>
          <a:p>
            <a:r>
              <a:rPr lang="en-US" b="1" dirty="0">
                <a:latin typeface="Garamond" panose="02020404030301010803" pitchFamily="18" charset="0"/>
              </a:rPr>
              <a:t>Professional Standards</a:t>
            </a:r>
            <a:r>
              <a:rPr lang="en-US" dirty="0">
                <a:latin typeface="Garamond" panose="02020404030301010803" pitchFamily="18" charset="0"/>
              </a:rPr>
              <a:t>: Aligns with ACM Code of Ethics</a:t>
            </a:r>
          </a:p>
          <a:p>
            <a:r>
              <a:rPr lang="en-US" b="1" dirty="0">
                <a:latin typeface="Garamond" panose="02020404030301010803" pitchFamily="18" charset="0"/>
              </a:rPr>
              <a:t>Practical Application</a:t>
            </a:r>
            <a:r>
              <a:rPr lang="en-US" dirty="0">
                <a:latin typeface="Garamond" panose="02020404030301010803" pitchFamily="18" charset="0"/>
              </a:rPr>
              <a:t>: Bridges ethical theory and coding practice</a:t>
            </a:r>
          </a:p>
          <a:p>
            <a:r>
              <a:rPr lang="en-US" b="1" dirty="0">
                <a:latin typeface="Garamond" panose="02020404030301010803" pitchFamily="18" charset="0"/>
              </a:rPr>
              <a:t>Team Coordination</a:t>
            </a:r>
            <a:r>
              <a:rPr lang="en-US" dirty="0">
                <a:latin typeface="Garamond" panose="02020404030301010803" pitchFamily="18" charset="0"/>
              </a:rPr>
              <a:t>: Shared language for ethical discussions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101" name="HeaderBar"/>
          <p:cNvSpPr/>
          <p:nvPr/>
        </p:nvSpPr>
        <p:spPr>
          <a:xfrm>
            <a:off x="0" y="0"/>
            <a:ext cx="12192000" cy="1036320"/>
          </a:xfrm>
          <a:prstGeom prst="rect">
            <a:avLst/>
          </a:prstGeom>
          <a:solidFill>
            <a:srgbClr val="002B5C"/>
          </a:solidFill>
          <a:ln w="0">
            <a:noFill/>
          </a:ln>
        </p:spPr>
        <p:txBody>
          <a:bodyPr/>
          <a:lstStyle/>
          <a:p>
            <a:endParaRPr lang="en-US"/>
          </a:p>
        </p:txBody>
      </p:sp>
      <p:sp>
        <p:nvSpPr>
          <p:cNvPr id="102" name="LeftBar"/>
          <p:cNvSpPr/>
          <p:nvPr/>
        </p:nvSpPr>
        <p:spPr>
          <a:xfrm>
            <a:off x="0" y="0"/>
            <a:ext cx="182880" cy="6858000"/>
          </a:xfrm>
          <a:prstGeom prst="rect">
            <a:avLst/>
          </a:prstGeom>
          <a:solidFill>
            <a:srgbClr val="006DAE"/>
          </a:solidFill>
          <a:ln w="0">
            <a:noFill/>
          </a:ln>
        </p:spPr>
        <p:txBody>
          <a:bodyPr/>
          <a:lstStyle/>
          <a:p>
            <a:endParaRPr lang="en-US"/>
          </a:p>
        </p:txBody>
      </p:sp>
      <p:sp>
        <p:nvSpPr>
          <p:cNvPr id="103" name="FooterBar"/>
          <p:cNvSpPr/>
          <p:nvPr/>
        </p:nvSpPr>
        <p:spPr>
          <a:xfrm>
            <a:off x="0" y="6522720"/>
            <a:ext cx="12192000" cy="335280"/>
          </a:xfrm>
          <a:prstGeom prst="rect">
            <a:avLst/>
          </a:prstGeom>
          <a:solidFill>
            <a:srgbClr val="F5F5F5"/>
          </a:solidFill>
          <a:ln w="0">
            <a:noFill/>
          </a:ln>
        </p:spPr>
        <p:txBody>
          <a:bodyPr/>
          <a:lstStyle/>
          <a:p>
            <a:endParaRPr lang="en-US"/>
          </a:p>
        </p:txBody>
      </p:sp>
      <p:sp>
        <p:nvSpPr>
          <p:cNvPr id="104" name="TitleText"/>
          <p:cNvSpPr/>
          <p:nvPr/>
        </p:nvSpPr>
        <p:spPr>
          <a:xfrm>
            <a:off x="402336" y="60960"/>
            <a:ext cx="11265408" cy="975360"/>
          </a:xfrm>
          <a:prstGeom prst="rect">
            <a:avLst/>
          </a:prstGeom>
          <a:noFill/>
          <a:ln w="0">
            <a:noFill/>
          </a:ln>
        </p:spPr>
        <p:txBody>
          <a:bodyPr wrap="square" lIns="0" tIns="0" rIns="0" bIns="0" rtlCol="0" anchor="ctr">
            <a:normAutofit/>
          </a:bodyPr>
          <a:lstStyle/>
          <a:p>
            <a:pPr marL="0" indent="0" algn="l">
              <a:buNone/>
            </a:pPr>
            <a:r>
              <a:rPr lang="en-US" sz="2800" b="1" dirty="0">
                <a:solidFill>
                  <a:srgbClr val="FFFFFF"/>
                </a:solidFill>
                <a:latin typeface="Garamond" pitchFamily="34" charset="0"/>
              </a:rPr>
              <a:t>Let’s start with some definitions</a:t>
            </a:r>
          </a:p>
        </p:txBody>
      </p:sp>
      <p:sp>
        <p:nvSpPr>
          <p:cNvPr id="105" name="FooterText"/>
          <p:cNvSpPr/>
          <p:nvPr/>
        </p:nvSpPr>
        <p:spPr>
          <a:xfrm>
            <a:off x="341376" y="6582720"/>
            <a:ext cx="9753600" cy="295280"/>
          </a:xfrm>
          <a:prstGeom prst="rect">
            <a:avLst/>
          </a:prstGeom>
          <a:noFill/>
          <a:ln w="0">
            <a:noFill/>
          </a:ln>
        </p:spPr>
        <p:txBody>
          <a:bodyPr wrap="square" lIns="0" tIns="0" rIns="0" bIns="0" rtlCol="0" anchor="ctr"/>
          <a:lstStyle/>
          <a:p>
            <a:pPr marL="0" indent="0" algn="l">
              <a:buNone/>
            </a:pPr>
            <a:r>
              <a:rPr lang="en-US" sz="1000" dirty="0">
                <a:solidFill>
                  <a:srgbClr val="027EB5"/>
                </a:solidFill>
                <a:latin typeface="Garamond" pitchFamily="34" charset="0"/>
              </a:rPr>
              <a:t>FIT1055: IT Professional Practice and Ethics  |  Week 7</a:t>
            </a:r>
          </a:p>
        </p:txBody>
      </p:sp>
      <p:sp>
        <p:nvSpPr>
          <p:cNvPr id="3" name="Subtitle 2">
            <a:extLst>
              <a:ext uri="{FF2B5EF4-FFF2-40B4-BE49-F238E27FC236}">
                <a16:creationId xmlns:a16="http://schemas.microsoft.com/office/drawing/2014/main" id="{2E793C64-015A-E170-711A-091B9E7EE33D}"/>
              </a:ext>
            </a:extLst>
          </p:cNvPr>
          <p:cNvSpPr>
            <a:spLocks noGrp="1"/>
          </p:cNvSpPr>
          <p:nvPr>
            <p:ph type="subTitle" idx="1"/>
          </p:nvPr>
        </p:nvSpPr>
        <p:spPr>
          <a:xfrm>
            <a:off x="934280" y="2636912"/>
            <a:ext cx="9974560" cy="1913731"/>
          </a:xfrm>
        </p:spPr>
        <p:txBody>
          <a:bodyPr/>
          <a:lstStyle/>
          <a:p>
            <a:pPr algn="l"/>
            <a:endParaRPr lang="en-US" dirty="0"/>
          </a:p>
          <a:p>
            <a:pPr algn="l"/>
            <a:endParaRPr lang="en-US" dirty="0"/>
          </a:p>
        </p:txBody>
      </p:sp>
      <p:sp>
        <p:nvSpPr>
          <p:cNvPr id="6" name="Rectangle 5">
            <a:extLst>
              <a:ext uri="{FF2B5EF4-FFF2-40B4-BE49-F238E27FC236}">
                <a16:creationId xmlns:a16="http://schemas.microsoft.com/office/drawing/2014/main" id="{B76C94D4-A719-6B7A-1B0E-B5F800EE651E}"/>
              </a:ext>
            </a:extLst>
          </p:cNvPr>
          <p:cNvSpPr/>
          <p:nvPr/>
        </p:nvSpPr>
        <p:spPr>
          <a:xfrm>
            <a:off x="767408" y="1451203"/>
            <a:ext cx="9649072" cy="3785652"/>
          </a:xfrm>
          <a:prstGeom prst="rect">
            <a:avLst/>
          </a:prstGeom>
        </p:spPr>
        <p:txBody>
          <a:bodyPr wrap="square">
            <a:normAutofit/>
          </a:bodyPr>
          <a:lstStyle/>
          <a:p>
            <a:r>
              <a:rPr lang="en-US" sz="2400" b="1" dirty="0">
                <a:latin typeface="Garamond" panose="02020404030301010803" pitchFamily="18" charset="0"/>
              </a:rPr>
              <a:t>Ethical</a:t>
            </a:r>
            <a:r>
              <a:rPr lang="en-US" sz="2400" dirty="0">
                <a:latin typeface="Garamond" panose="02020404030301010803" pitchFamily="18" charset="0"/>
              </a:rPr>
              <a:t>: Values and principles that guide judgments about right and wrong, considering the impact on all stakeholders.</a:t>
            </a:r>
          </a:p>
          <a:p>
            <a:endParaRPr lang="en-US" sz="2400" dirty="0">
              <a:latin typeface="Garamond" panose="02020404030301010803" pitchFamily="18" charset="0"/>
            </a:endParaRPr>
          </a:p>
          <a:p>
            <a:r>
              <a:rPr lang="en-US" sz="2400" b="1" dirty="0">
                <a:latin typeface="Garamond" panose="02020404030301010803" pitchFamily="18" charset="0"/>
              </a:rPr>
              <a:t>Ethical Reasoning</a:t>
            </a:r>
            <a:r>
              <a:rPr lang="en-US" sz="2400" dirty="0">
                <a:latin typeface="Garamond" panose="02020404030301010803" pitchFamily="18" charset="0"/>
              </a:rPr>
              <a:t>: The systematic process of:</a:t>
            </a:r>
          </a:p>
          <a:p>
            <a:pPr marL="342900" indent="-342900">
              <a:buFont typeface="Arial" panose="020B0604020202020204" pitchFamily="34" charset="0"/>
              <a:buChar char="•"/>
            </a:pPr>
            <a:r>
              <a:rPr lang="en-US" sz="2400" dirty="0">
                <a:latin typeface="Garamond" panose="02020404030301010803" pitchFamily="18" charset="0"/>
              </a:rPr>
              <a:t>Identifying stakeholders and their interests</a:t>
            </a:r>
          </a:p>
          <a:p>
            <a:pPr marL="342900" indent="-342900">
              <a:buFont typeface="Arial" panose="020B0604020202020204" pitchFamily="34" charset="0"/>
              <a:buChar char="•"/>
            </a:pPr>
            <a:r>
              <a:rPr lang="en-US" sz="2400" dirty="0">
                <a:latin typeface="Garamond" panose="02020404030301010803" pitchFamily="18" charset="0"/>
              </a:rPr>
              <a:t>Analyzing potential consequences</a:t>
            </a:r>
          </a:p>
          <a:p>
            <a:pPr marL="342900" indent="-342900">
              <a:buFont typeface="Arial" panose="020B0604020202020204" pitchFamily="34" charset="0"/>
              <a:buChar char="•"/>
            </a:pPr>
            <a:r>
              <a:rPr lang="en-US" sz="2400" dirty="0">
                <a:latin typeface="Garamond" panose="02020404030301010803" pitchFamily="18" charset="0"/>
              </a:rPr>
              <a:t>Applying ethical principles to reach justified decisions</a:t>
            </a:r>
          </a:p>
          <a:p>
            <a:endParaRPr lang="en-US" sz="2400" dirty="0">
              <a:latin typeface="Garamond" panose="02020404030301010803" pitchFamily="18" charset="0"/>
            </a:endParaRPr>
          </a:p>
          <a:p>
            <a:r>
              <a:rPr lang="en-US" sz="2400" b="1" dirty="0">
                <a:latin typeface="Garamond" panose="02020404030301010803" pitchFamily="18" charset="0"/>
              </a:rPr>
              <a:t>Framework</a:t>
            </a:r>
            <a:r>
              <a:rPr lang="en-US" sz="2400" dirty="0">
                <a:latin typeface="Garamond" panose="02020404030301010803" pitchFamily="18" charset="0"/>
              </a:rPr>
              <a:t>: A structured foundation of methods, principles, and processes for addressing complex problems consistently.</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101" name="HeaderBar"/>
          <p:cNvSpPr/>
          <p:nvPr/>
        </p:nvSpPr>
        <p:spPr>
          <a:xfrm>
            <a:off x="0" y="0"/>
            <a:ext cx="12192000" cy="1036320"/>
          </a:xfrm>
          <a:prstGeom prst="rect">
            <a:avLst/>
          </a:prstGeom>
          <a:solidFill>
            <a:srgbClr val="002B5C"/>
          </a:solidFill>
          <a:ln w="0">
            <a:noFill/>
          </a:ln>
        </p:spPr>
        <p:txBody>
          <a:bodyPr/>
          <a:lstStyle/>
          <a:p>
            <a:endParaRPr lang="en-US"/>
          </a:p>
        </p:txBody>
      </p:sp>
      <p:sp>
        <p:nvSpPr>
          <p:cNvPr id="102" name="LeftBar"/>
          <p:cNvSpPr/>
          <p:nvPr/>
        </p:nvSpPr>
        <p:spPr>
          <a:xfrm>
            <a:off x="0" y="0"/>
            <a:ext cx="182880" cy="6858000"/>
          </a:xfrm>
          <a:prstGeom prst="rect">
            <a:avLst/>
          </a:prstGeom>
          <a:solidFill>
            <a:srgbClr val="006DAE"/>
          </a:solidFill>
          <a:ln w="0">
            <a:noFill/>
          </a:ln>
        </p:spPr>
        <p:txBody>
          <a:bodyPr/>
          <a:lstStyle/>
          <a:p>
            <a:endParaRPr lang="en-US"/>
          </a:p>
        </p:txBody>
      </p:sp>
      <p:sp>
        <p:nvSpPr>
          <p:cNvPr id="103" name="FooterBar"/>
          <p:cNvSpPr/>
          <p:nvPr/>
        </p:nvSpPr>
        <p:spPr>
          <a:xfrm>
            <a:off x="0" y="6522720"/>
            <a:ext cx="12192000" cy="335280"/>
          </a:xfrm>
          <a:prstGeom prst="rect">
            <a:avLst/>
          </a:prstGeom>
          <a:solidFill>
            <a:srgbClr val="F5F5F5"/>
          </a:solidFill>
          <a:ln w="0">
            <a:noFill/>
          </a:ln>
        </p:spPr>
        <p:txBody>
          <a:bodyPr/>
          <a:lstStyle/>
          <a:p>
            <a:endParaRPr lang="en-US"/>
          </a:p>
        </p:txBody>
      </p:sp>
      <p:sp>
        <p:nvSpPr>
          <p:cNvPr id="104" name="TitleText"/>
          <p:cNvSpPr/>
          <p:nvPr/>
        </p:nvSpPr>
        <p:spPr>
          <a:xfrm>
            <a:off x="402336" y="60960"/>
            <a:ext cx="11265408" cy="975360"/>
          </a:xfrm>
          <a:prstGeom prst="rect">
            <a:avLst/>
          </a:prstGeom>
          <a:noFill/>
          <a:ln w="0">
            <a:noFill/>
          </a:ln>
        </p:spPr>
        <p:txBody>
          <a:bodyPr wrap="square" lIns="0" tIns="0" rIns="0" bIns="0" rtlCol="0" anchor="ctr">
            <a:normAutofit/>
          </a:bodyPr>
          <a:lstStyle/>
          <a:p>
            <a:pPr marL="0" indent="0" algn="l">
              <a:buNone/>
            </a:pPr>
            <a:r>
              <a:rPr lang="en-US" sz="2800" b="1" dirty="0">
                <a:solidFill>
                  <a:srgbClr val="FFFFFF"/>
                </a:solidFill>
                <a:latin typeface="Garamond" pitchFamily="34" charset="0"/>
              </a:rPr>
              <a:t>Definition of Ethical Reasoning Framework</a:t>
            </a:r>
          </a:p>
        </p:txBody>
      </p:sp>
      <p:sp>
        <p:nvSpPr>
          <p:cNvPr id="105" name="FooterText"/>
          <p:cNvSpPr/>
          <p:nvPr/>
        </p:nvSpPr>
        <p:spPr>
          <a:xfrm>
            <a:off x="341376" y="6582720"/>
            <a:ext cx="9753600" cy="295280"/>
          </a:xfrm>
          <a:prstGeom prst="rect">
            <a:avLst/>
          </a:prstGeom>
          <a:noFill/>
          <a:ln w="0">
            <a:noFill/>
          </a:ln>
        </p:spPr>
        <p:txBody>
          <a:bodyPr wrap="square" lIns="0" tIns="0" rIns="0" bIns="0" rtlCol="0" anchor="ctr"/>
          <a:lstStyle/>
          <a:p>
            <a:pPr marL="0" indent="0" algn="l">
              <a:buNone/>
            </a:pPr>
            <a:r>
              <a:rPr lang="en-US" sz="1000" dirty="0">
                <a:solidFill>
                  <a:srgbClr val="027EB5"/>
                </a:solidFill>
                <a:latin typeface="Garamond" pitchFamily="34" charset="0"/>
              </a:rPr>
              <a:t>FIT1055: IT Professional Practice and Ethics  |  Week 7</a:t>
            </a:r>
          </a:p>
        </p:txBody>
      </p:sp>
      <p:sp>
        <p:nvSpPr>
          <p:cNvPr id="3" name="Subtitle 2">
            <a:extLst>
              <a:ext uri="{FF2B5EF4-FFF2-40B4-BE49-F238E27FC236}">
                <a16:creationId xmlns:a16="http://schemas.microsoft.com/office/drawing/2014/main" id="{8E3425C6-E4BB-A2A8-FC86-6A269886E90C}"/>
              </a:ext>
            </a:extLst>
          </p:cNvPr>
          <p:cNvSpPr>
            <a:spLocks noGrp="1"/>
          </p:cNvSpPr>
          <p:nvPr>
            <p:ph type="subTitle" idx="1"/>
          </p:nvPr>
        </p:nvSpPr>
        <p:spPr>
          <a:xfrm>
            <a:off x="934280" y="2636912"/>
            <a:ext cx="9974560" cy="1913731"/>
          </a:xfrm>
        </p:spPr>
        <p:txBody>
          <a:bodyPr/>
          <a:lstStyle/>
          <a:p>
            <a:pPr algn="l"/>
            <a:endParaRPr lang="en-US" dirty="0"/>
          </a:p>
          <a:p>
            <a:pPr algn="l"/>
            <a:endParaRPr lang="en-US" dirty="0"/>
          </a:p>
        </p:txBody>
      </p:sp>
      <p:sp>
        <p:nvSpPr>
          <p:cNvPr id="6" name="Rectangle 5">
            <a:extLst>
              <a:ext uri="{FF2B5EF4-FFF2-40B4-BE49-F238E27FC236}">
                <a16:creationId xmlns:a16="http://schemas.microsoft.com/office/drawing/2014/main" id="{E975998E-9554-B121-409D-145D3F4903A8}"/>
              </a:ext>
            </a:extLst>
          </p:cNvPr>
          <p:cNvSpPr/>
          <p:nvPr/>
        </p:nvSpPr>
        <p:spPr>
          <a:xfrm>
            <a:off x="767408" y="1451203"/>
            <a:ext cx="9649072" cy="3416320"/>
          </a:xfrm>
          <a:prstGeom prst="rect">
            <a:avLst/>
          </a:prstGeom>
        </p:spPr>
        <p:txBody>
          <a:bodyPr wrap="square">
            <a:normAutofit/>
          </a:bodyPr>
          <a:lstStyle/>
          <a:p>
            <a:r>
              <a:rPr lang="en-US" sz="2400" b="1" dirty="0">
                <a:latin typeface="Garamond" panose="02020404030301010803" pitchFamily="18" charset="0"/>
              </a:rPr>
              <a:t>A systematic methodology </a:t>
            </a:r>
            <a:r>
              <a:rPr lang="en-US" sz="2400" dirty="0">
                <a:latin typeface="Garamond" panose="02020404030301010803" pitchFamily="18" charset="0"/>
              </a:rPr>
              <a:t>for computing professionals to:</a:t>
            </a:r>
          </a:p>
          <a:p>
            <a:endParaRPr lang="en-US" sz="2400" dirty="0">
              <a:latin typeface="Garamond" panose="02020404030301010803" pitchFamily="18" charset="0"/>
            </a:endParaRPr>
          </a:p>
          <a:p>
            <a:pPr marL="342900" indent="-342900">
              <a:buFont typeface="Arial" panose="020B0604020202020204" pitchFamily="34" charset="0"/>
              <a:buChar char="•"/>
            </a:pPr>
            <a:r>
              <a:rPr lang="en-US" sz="2400" dirty="0">
                <a:latin typeface="Garamond" panose="02020404030301010803" pitchFamily="18" charset="0"/>
              </a:rPr>
              <a:t>Identify ethical violations in technology solutions using ACM Code of Ethics as guidance</a:t>
            </a:r>
          </a:p>
          <a:p>
            <a:pPr marL="342900" indent="-342900">
              <a:buFont typeface="Arial" panose="020B0604020202020204" pitchFamily="34" charset="0"/>
              <a:buChar char="•"/>
            </a:pPr>
            <a:r>
              <a:rPr lang="en-US" sz="2400" dirty="0">
                <a:latin typeface="Garamond" panose="02020404030301010803" pitchFamily="18" charset="0"/>
              </a:rPr>
              <a:t>Design ethically sound alternatives</a:t>
            </a:r>
          </a:p>
          <a:p>
            <a:pPr marL="342900" indent="-342900">
              <a:buFont typeface="Arial" panose="020B0604020202020204" pitchFamily="34" charset="0"/>
              <a:buChar char="•"/>
            </a:pPr>
            <a:r>
              <a:rPr lang="en-US" sz="2400" dirty="0">
                <a:latin typeface="Garamond" panose="02020404030301010803" pitchFamily="18" charset="0"/>
              </a:rPr>
              <a:t>Integrate ethical considerations into development processes</a:t>
            </a:r>
          </a:p>
          <a:p>
            <a:pPr marL="342900" indent="-342900">
              <a:buFont typeface="Arial" panose="020B0604020202020204" pitchFamily="34" charset="0"/>
              <a:buChar char="•"/>
            </a:pPr>
            <a:r>
              <a:rPr lang="en-US" sz="2400" dirty="0">
                <a:latin typeface="Garamond" panose="02020404030301010803" pitchFamily="18" charset="0"/>
              </a:rPr>
              <a:t>Create accountable and responsible AI/software systems</a:t>
            </a:r>
          </a:p>
          <a:p>
            <a:pPr algn="just"/>
            <a:endParaRPr lang="en-US" sz="2400" dirty="0">
              <a:latin typeface="Garamond" panose="02020404030301010803" pitchFamily="18" charset="0"/>
            </a:endParaRPr>
          </a:p>
          <a:p>
            <a:pPr algn="just"/>
            <a:endParaRPr lang="en-US" sz="2400" dirty="0">
              <a:effectLst/>
              <a:latin typeface="Garamond" panose="02020404030301010803"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101" name="HeaderBar"/>
          <p:cNvSpPr/>
          <p:nvPr/>
        </p:nvSpPr>
        <p:spPr>
          <a:xfrm>
            <a:off x="0" y="0"/>
            <a:ext cx="12192000" cy="1036320"/>
          </a:xfrm>
          <a:prstGeom prst="rect">
            <a:avLst/>
          </a:prstGeom>
          <a:solidFill>
            <a:srgbClr val="002B5C"/>
          </a:solidFill>
          <a:ln w="0">
            <a:noFill/>
          </a:ln>
        </p:spPr>
        <p:txBody>
          <a:bodyPr/>
          <a:lstStyle/>
          <a:p>
            <a:endParaRPr lang="en-US"/>
          </a:p>
        </p:txBody>
      </p:sp>
      <p:sp>
        <p:nvSpPr>
          <p:cNvPr id="102" name="LeftBar"/>
          <p:cNvSpPr/>
          <p:nvPr/>
        </p:nvSpPr>
        <p:spPr>
          <a:xfrm>
            <a:off x="0" y="0"/>
            <a:ext cx="182880" cy="6858000"/>
          </a:xfrm>
          <a:prstGeom prst="rect">
            <a:avLst/>
          </a:prstGeom>
          <a:solidFill>
            <a:srgbClr val="006DAE"/>
          </a:solidFill>
          <a:ln w="0">
            <a:noFill/>
          </a:ln>
        </p:spPr>
        <p:txBody>
          <a:bodyPr/>
          <a:lstStyle/>
          <a:p>
            <a:endParaRPr lang="en-US"/>
          </a:p>
        </p:txBody>
      </p:sp>
      <p:sp>
        <p:nvSpPr>
          <p:cNvPr id="103" name="FooterBar"/>
          <p:cNvSpPr/>
          <p:nvPr/>
        </p:nvSpPr>
        <p:spPr>
          <a:xfrm>
            <a:off x="0" y="6522720"/>
            <a:ext cx="12192000" cy="335280"/>
          </a:xfrm>
          <a:prstGeom prst="rect">
            <a:avLst/>
          </a:prstGeom>
          <a:solidFill>
            <a:srgbClr val="F5F5F5"/>
          </a:solidFill>
          <a:ln w="0">
            <a:noFill/>
          </a:ln>
        </p:spPr>
        <p:txBody>
          <a:bodyPr/>
          <a:lstStyle/>
          <a:p>
            <a:endParaRPr lang="en-US"/>
          </a:p>
        </p:txBody>
      </p:sp>
      <p:sp>
        <p:nvSpPr>
          <p:cNvPr id="104" name="TitleText"/>
          <p:cNvSpPr/>
          <p:nvPr/>
        </p:nvSpPr>
        <p:spPr>
          <a:xfrm>
            <a:off x="402336" y="60960"/>
            <a:ext cx="11265408" cy="975360"/>
          </a:xfrm>
          <a:prstGeom prst="rect">
            <a:avLst/>
          </a:prstGeom>
          <a:noFill/>
          <a:ln w="0">
            <a:noFill/>
          </a:ln>
        </p:spPr>
        <p:txBody>
          <a:bodyPr wrap="square" lIns="0" tIns="0" rIns="0" bIns="0" rtlCol="0" anchor="ctr">
            <a:normAutofit/>
          </a:bodyPr>
          <a:lstStyle/>
          <a:p>
            <a:pPr marL="0" indent="0" algn="l">
              <a:buNone/>
            </a:pPr>
            <a:r>
              <a:rPr lang="en-US" sz="2800" b="1" dirty="0">
                <a:solidFill>
                  <a:srgbClr val="FFFFFF"/>
                </a:solidFill>
                <a:latin typeface="Garamond" pitchFamily="34" charset="0"/>
              </a:rPr>
              <a:t>The ERF Process: Integrating Systems Thinking</a:t>
            </a:r>
          </a:p>
        </p:txBody>
      </p:sp>
      <p:sp>
        <p:nvSpPr>
          <p:cNvPr id="105" name="FooterText"/>
          <p:cNvSpPr/>
          <p:nvPr/>
        </p:nvSpPr>
        <p:spPr>
          <a:xfrm>
            <a:off x="341376" y="6582720"/>
            <a:ext cx="9753600" cy="295280"/>
          </a:xfrm>
          <a:prstGeom prst="rect">
            <a:avLst/>
          </a:prstGeom>
          <a:noFill/>
          <a:ln w="0">
            <a:noFill/>
          </a:ln>
        </p:spPr>
        <p:txBody>
          <a:bodyPr wrap="square" lIns="0" tIns="0" rIns="0" bIns="0" rtlCol="0" anchor="ctr"/>
          <a:lstStyle/>
          <a:p>
            <a:pPr marL="0" indent="0" algn="l">
              <a:buNone/>
            </a:pPr>
            <a:r>
              <a:rPr lang="en-US" sz="1000" dirty="0">
                <a:solidFill>
                  <a:srgbClr val="027EB5"/>
                </a:solidFill>
                <a:latin typeface="Garamond" pitchFamily="34" charset="0"/>
              </a:rPr>
              <a:t>FIT1055: IT Professional Practice and Ethics  |  Week 7</a:t>
            </a:r>
          </a:p>
        </p:txBody>
      </p:sp>
      <p:sp>
        <p:nvSpPr>
          <p:cNvPr id="3" name="Subtitle 2">
            <a:extLst>
              <a:ext uri="{FF2B5EF4-FFF2-40B4-BE49-F238E27FC236}">
                <a16:creationId xmlns:a16="http://schemas.microsoft.com/office/drawing/2014/main" id="{DA051C0E-977C-B1C4-EEDF-C924FAFBEB65}"/>
              </a:ext>
            </a:extLst>
          </p:cNvPr>
          <p:cNvSpPr>
            <a:spLocks noGrp="1"/>
          </p:cNvSpPr>
          <p:nvPr>
            <p:ph type="subTitle" idx="1"/>
          </p:nvPr>
        </p:nvSpPr>
        <p:spPr>
          <a:xfrm>
            <a:off x="1991544" y="2708920"/>
            <a:ext cx="9974560" cy="1913731"/>
          </a:xfrm>
        </p:spPr>
        <p:txBody>
          <a:bodyPr/>
          <a:lstStyle/>
          <a:p>
            <a:pPr algn="l"/>
            <a:endParaRPr lang="en-US" dirty="0"/>
          </a:p>
          <a:p>
            <a:pPr algn="l"/>
            <a:endParaRPr lang="en-US" dirty="0"/>
          </a:p>
        </p:txBody>
      </p:sp>
      <p:sp>
        <p:nvSpPr>
          <p:cNvPr id="6" name="Rectangle 5">
            <a:extLst>
              <a:ext uri="{FF2B5EF4-FFF2-40B4-BE49-F238E27FC236}">
                <a16:creationId xmlns:a16="http://schemas.microsoft.com/office/drawing/2014/main" id="{BDE734CE-DB4F-AD3C-F4D7-147988619494}"/>
              </a:ext>
            </a:extLst>
          </p:cNvPr>
          <p:cNvSpPr/>
          <p:nvPr/>
        </p:nvSpPr>
        <p:spPr>
          <a:xfrm>
            <a:off x="911424" y="1340768"/>
            <a:ext cx="9649072" cy="4154984"/>
          </a:xfrm>
          <a:prstGeom prst="rect">
            <a:avLst/>
          </a:prstGeom>
        </p:spPr>
        <p:txBody>
          <a:bodyPr wrap="square">
            <a:normAutofit/>
          </a:bodyPr>
          <a:lstStyle/>
          <a:p>
            <a:r>
              <a:rPr lang="en-US" sz="2400" b="1" dirty="0">
                <a:highlight>
                  <a:srgbClr val="FFFFFF"/>
                </a:highlight>
                <a:latin typeface="Garamond" panose="02020404030301010803" pitchFamily="18" charset="0"/>
              </a:rPr>
              <a:t>Overview: Four Interconnected Steps</a:t>
            </a:r>
          </a:p>
          <a:p>
            <a:endParaRPr lang="en-US" sz="2400" b="1" dirty="0">
              <a:highlight>
                <a:srgbClr val="FFFFFF"/>
              </a:highlight>
              <a:latin typeface="Garamond" panose="02020404030301010803" pitchFamily="18" charset="0"/>
            </a:endParaRPr>
          </a:p>
          <a:p>
            <a:r>
              <a:rPr lang="en-US" sz="2400" b="1" dirty="0">
                <a:solidFill>
                  <a:srgbClr val="FF0000"/>
                </a:solidFill>
                <a:highlight>
                  <a:srgbClr val="FFFFFF"/>
                </a:highlight>
                <a:latin typeface="Garamond" panose="02020404030301010803" pitchFamily="18" charset="0"/>
              </a:rPr>
              <a:t>Step 1 - Analyze and Define</a:t>
            </a:r>
          </a:p>
          <a:p>
            <a:r>
              <a:rPr lang="en-US" sz="2400" dirty="0">
                <a:solidFill>
                  <a:srgbClr val="FF0000"/>
                </a:solidFill>
                <a:highlight>
                  <a:srgbClr val="FFFFFF"/>
                </a:highlight>
                <a:latin typeface="Garamond" panose="02020404030301010803" pitchFamily="18" charset="0"/>
              </a:rPr>
              <a:t>Evaluate ACM Code of Ethics violations and define stakeholders’ impact</a:t>
            </a:r>
          </a:p>
          <a:p>
            <a:endParaRPr lang="en-US" sz="2400" b="1" dirty="0">
              <a:solidFill>
                <a:srgbClr val="FF0000"/>
              </a:solidFill>
              <a:highlight>
                <a:srgbClr val="FFFFFF"/>
              </a:highlight>
              <a:latin typeface="Garamond" panose="02020404030301010803" pitchFamily="18" charset="0"/>
            </a:endParaRPr>
          </a:p>
          <a:p>
            <a:r>
              <a:rPr lang="en-US" sz="2400" b="1" dirty="0">
                <a:solidFill>
                  <a:srgbClr val="FF0000"/>
                </a:solidFill>
                <a:highlight>
                  <a:srgbClr val="FFFFFF"/>
                </a:highlight>
                <a:latin typeface="Garamond" panose="02020404030301010803" pitchFamily="18" charset="0"/>
              </a:rPr>
              <a:t>Step 2 – Design solutions using Design Thinking</a:t>
            </a:r>
          </a:p>
          <a:p>
            <a:r>
              <a:rPr lang="en-US" sz="2400" dirty="0">
                <a:solidFill>
                  <a:srgbClr val="FF0000"/>
                </a:solidFill>
                <a:highlight>
                  <a:srgbClr val="FFFFFF"/>
                </a:highlight>
                <a:latin typeface="Garamond" panose="02020404030301010803" pitchFamily="18" charset="0"/>
              </a:rPr>
              <a:t>Create solutions addressing violations </a:t>
            </a:r>
            <a:endParaRPr lang="en-US" sz="2400" b="1" dirty="0">
              <a:solidFill>
                <a:srgbClr val="FF0000"/>
              </a:solidFill>
              <a:highlight>
                <a:srgbClr val="FFFFFF"/>
              </a:highlight>
              <a:latin typeface="Garamond" panose="02020404030301010803" pitchFamily="18" charset="0"/>
            </a:endParaRPr>
          </a:p>
          <a:p>
            <a:endParaRPr lang="en-US" sz="2400" b="1" dirty="0">
              <a:highlight>
                <a:srgbClr val="FFFFFF"/>
              </a:highlight>
              <a:latin typeface="Garamond" panose="02020404030301010803" pitchFamily="18" charset="0"/>
            </a:endParaRPr>
          </a:p>
          <a:p>
            <a:r>
              <a:rPr lang="en-US" sz="2400" b="1" dirty="0">
                <a:highlight>
                  <a:srgbClr val="FFFFFF"/>
                </a:highlight>
                <a:latin typeface="Garamond" panose="02020404030301010803" pitchFamily="18" charset="0"/>
              </a:rPr>
              <a:t>Step 3 - Implement</a:t>
            </a:r>
            <a:r>
              <a:rPr lang="en-US" sz="2400" dirty="0">
                <a:highlight>
                  <a:srgbClr val="FFFFFF"/>
                </a:highlight>
                <a:latin typeface="Garamond" panose="02020404030301010803" pitchFamily="18" charset="0"/>
              </a:rPr>
              <a:t>: Apply ethical system theories in code </a:t>
            </a:r>
            <a:endParaRPr lang="en-US" sz="2400" b="1" dirty="0">
              <a:highlight>
                <a:srgbClr val="FFFFFF"/>
              </a:highlight>
              <a:latin typeface="Garamond" panose="02020404030301010803" pitchFamily="18" charset="0"/>
            </a:endParaRPr>
          </a:p>
          <a:p>
            <a:endParaRPr lang="en-US" sz="2400" b="1" dirty="0">
              <a:highlight>
                <a:srgbClr val="FFFFFF"/>
              </a:highlight>
              <a:latin typeface="Garamond" panose="02020404030301010803" pitchFamily="18" charset="0"/>
            </a:endParaRPr>
          </a:p>
          <a:p>
            <a:r>
              <a:rPr lang="en-US" sz="2400" b="1" dirty="0">
                <a:highlight>
                  <a:srgbClr val="FFFFFF"/>
                </a:highlight>
                <a:latin typeface="Garamond" panose="02020404030301010803" pitchFamily="18" charset="0"/>
              </a:rPr>
              <a:t>Step 4- Visualize</a:t>
            </a:r>
            <a:r>
              <a:rPr lang="en-US" sz="2400" dirty="0">
                <a:highlight>
                  <a:srgbClr val="FFFFFF"/>
                </a:highlight>
                <a:latin typeface="Garamond" panose="02020404030301010803" pitchFamily="18" charset="0"/>
              </a:rPr>
              <a:t>: Design user-centered mockups </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101" name="HeaderBar"/>
          <p:cNvSpPr/>
          <p:nvPr/>
        </p:nvSpPr>
        <p:spPr>
          <a:xfrm>
            <a:off x="0" y="0"/>
            <a:ext cx="12192000" cy="1036320"/>
          </a:xfrm>
          <a:prstGeom prst="rect">
            <a:avLst/>
          </a:prstGeom>
          <a:solidFill>
            <a:srgbClr val="002B5C"/>
          </a:solidFill>
          <a:ln w="0">
            <a:noFill/>
          </a:ln>
        </p:spPr>
        <p:txBody>
          <a:bodyPr/>
          <a:lstStyle/>
          <a:p>
            <a:endParaRPr lang="en-US"/>
          </a:p>
        </p:txBody>
      </p:sp>
      <p:sp>
        <p:nvSpPr>
          <p:cNvPr id="102" name="LeftBar"/>
          <p:cNvSpPr/>
          <p:nvPr/>
        </p:nvSpPr>
        <p:spPr>
          <a:xfrm>
            <a:off x="0" y="0"/>
            <a:ext cx="182880" cy="6858000"/>
          </a:xfrm>
          <a:prstGeom prst="rect">
            <a:avLst/>
          </a:prstGeom>
          <a:solidFill>
            <a:srgbClr val="006DAE"/>
          </a:solidFill>
          <a:ln w="0">
            <a:noFill/>
          </a:ln>
        </p:spPr>
        <p:txBody>
          <a:bodyPr/>
          <a:lstStyle/>
          <a:p>
            <a:endParaRPr lang="en-US"/>
          </a:p>
        </p:txBody>
      </p:sp>
      <p:sp>
        <p:nvSpPr>
          <p:cNvPr id="103" name="FooterBar"/>
          <p:cNvSpPr/>
          <p:nvPr/>
        </p:nvSpPr>
        <p:spPr>
          <a:xfrm>
            <a:off x="0" y="6522720"/>
            <a:ext cx="12192000" cy="335280"/>
          </a:xfrm>
          <a:prstGeom prst="rect">
            <a:avLst/>
          </a:prstGeom>
          <a:solidFill>
            <a:srgbClr val="F5F5F5"/>
          </a:solidFill>
          <a:ln w="0">
            <a:noFill/>
          </a:ln>
        </p:spPr>
        <p:txBody>
          <a:bodyPr/>
          <a:lstStyle/>
          <a:p>
            <a:endParaRPr lang="en-US"/>
          </a:p>
        </p:txBody>
      </p:sp>
      <p:sp>
        <p:nvSpPr>
          <p:cNvPr id="104" name="TitleText"/>
          <p:cNvSpPr/>
          <p:nvPr/>
        </p:nvSpPr>
        <p:spPr>
          <a:xfrm>
            <a:off x="402336" y="60960"/>
            <a:ext cx="11265408" cy="975360"/>
          </a:xfrm>
          <a:prstGeom prst="rect">
            <a:avLst/>
          </a:prstGeom>
          <a:noFill/>
          <a:ln w="0">
            <a:noFill/>
          </a:ln>
        </p:spPr>
        <p:txBody>
          <a:bodyPr wrap="square" lIns="0" tIns="0" rIns="0" bIns="0" rtlCol="0" anchor="ctr">
            <a:normAutofit/>
          </a:bodyPr>
          <a:lstStyle/>
          <a:p>
            <a:pPr marL="0" indent="0" algn="l">
              <a:buNone/>
            </a:pPr>
            <a:r>
              <a:rPr lang="en-US" sz="2800" b="1" dirty="0">
                <a:solidFill>
                  <a:srgbClr val="FFFFFF"/>
                </a:solidFill>
                <a:latin typeface="Garamond" pitchFamily="34" charset="0"/>
              </a:rPr>
              <a:t>First, let us set out foundation, the Bigger Picture: Systems Thinking</a:t>
            </a:r>
          </a:p>
        </p:txBody>
      </p:sp>
      <p:sp>
        <p:nvSpPr>
          <p:cNvPr id="105" name="FooterText"/>
          <p:cNvSpPr/>
          <p:nvPr/>
        </p:nvSpPr>
        <p:spPr>
          <a:xfrm>
            <a:off x="341376" y="6582720"/>
            <a:ext cx="9753600" cy="295280"/>
          </a:xfrm>
          <a:prstGeom prst="rect">
            <a:avLst/>
          </a:prstGeom>
          <a:noFill/>
          <a:ln w="0">
            <a:noFill/>
          </a:ln>
        </p:spPr>
        <p:txBody>
          <a:bodyPr wrap="square" lIns="0" tIns="0" rIns="0" bIns="0" rtlCol="0" anchor="ctr"/>
          <a:lstStyle/>
          <a:p>
            <a:pPr marL="0" indent="0" algn="l">
              <a:buNone/>
            </a:pPr>
            <a:r>
              <a:rPr lang="en-US" sz="1000" dirty="0">
                <a:solidFill>
                  <a:srgbClr val="027EB5"/>
                </a:solidFill>
                <a:latin typeface="Garamond" pitchFamily="34" charset="0"/>
              </a:rPr>
              <a:t>FIT1055: IT Professional Practice and Ethics  |  Week 7</a:t>
            </a:r>
          </a:p>
        </p:txBody>
      </p:sp>
      <p:sp>
        <p:nvSpPr>
          <p:cNvPr id="3" name="Subtitle 2"/>
          <p:cNvSpPr>
            <a:spLocks noGrp="1"/>
          </p:cNvSpPr>
          <p:nvPr>
            <p:ph type="subTitle" idx="1"/>
          </p:nvPr>
        </p:nvSpPr>
        <p:spPr>
          <a:xfrm>
            <a:off x="934280" y="2636912"/>
            <a:ext cx="9974560" cy="1913731"/>
          </a:xfrm>
        </p:spPr>
        <p:txBody>
          <a:bodyPr/>
          <a:lstStyle/>
          <a:p>
            <a:pPr algn="l"/>
            <a:endParaRPr lang="en-US" dirty="0"/>
          </a:p>
          <a:p>
            <a:pPr algn="l"/>
            <a:endParaRPr lang="en-US" dirty="0"/>
          </a:p>
        </p:txBody>
      </p:sp>
      <p:sp>
        <p:nvSpPr>
          <p:cNvPr id="6" name="Rectangle 5">
            <a:extLst>
              <a:ext uri="{FF2B5EF4-FFF2-40B4-BE49-F238E27FC236}">
                <a16:creationId xmlns:a16="http://schemas.microsoft.com/office/drawing/2014/main" id="{080B85AD-6B02-48F5-82F6-F103E96FB88C}"/>
              </a:ext>
            </a:extLst>
          </p:cNvPr>
          <p:cNvSpPr/>
          <p:nvPr/>
        </p:nvSpPr>
        <p:spPr>
          <a:xfrm>
            <a:off x="899264" y="1885617"/>
            <a:ext cx="9787356" cy="3416320"/>
          </a:xfrm>
          <a:prstGeom prst="rect">
            <a:avLst/>
          </a:prstGeom>
        </p:spPr>
        <p:txBody>
          <a:bodyPr wrap="square">
            <a:normAutofit/>
          </a:bodyPr>
          <a:lstStyle/>
          <a:p>
            <a:r>
              <a:rPr lang="en-US" sz="2400" b="1" dirty="0">
                <a:latin typeface="Garamond" panose="02020404030301010803" pitchFamily="18" charset="0"/>
              </a:rPr>
              <a:t>Traditional Approach</a:t>
            </a:r>
            <a:r>
              <a:rPr lang="en-US" sz="2400" dirty="0">
                <a:latin typeface="Garamond" panose="02020404030301010803" pitchFamily="18" charset="0"/>
              </a:rPr>
              <a:t>: Build algorithm → Deploy → Hope for best</a:t>
            </a:r>
          </a:p>
          <a:p>
            <a:endParaRPr lang="en-US" sz="2400" b="1" dirty="0">
              <a:latin typeface="Garamond" panose="02020404030301010803" pitchFamily="18" charset="0"/>
            </a:endParaRPr>
          </a:p>
          <a:p>
            <a:r>
              <a:rPr lang="en-US" sz="2400" b="1" dirty="0">
                <a:latin typeface="Garamond" panose="02020404030301010803" pitchFamily="18" charset="0"/>
              </a:rPr>
              <a:t>Professional Approach</a:t>
            </a:r>
            <a:r>
              <a:rPr lang="en-US" sz="2400" dirty="0">
                <a:latin typeface="Garamond" panose="02020404030301010803" pitchFamily="18" charset="0"/>
              </a:rPr>
              <a:t>: Consider the entire system:</a:t>
            </a:r>
          </a:p>
          <a:p>
            <a:pPr marL="342900" indent="-342900">
              <a:buFont typeface="Arial" panose="020B0604020202020204" pitchFamily="34" charset="0"/>
              <a:buChar char="•"/>
            </a:pPr>
            <a:r>
              <a:rPr lang="en-US" sz="2400" b="1" dirty="0">
                <a:latin typeface="Garamond" panose="02020404030301010803" pitchFamily="18" charset="0"/>
              </a:rPr>
              <a:t>People</a:t>
            </a:r>
            <a:r>
              <a:rPr lang="en-US" sz="2400" dirty="0">
                <a:latin typeface="Garamond" panose="02020404030301010803" pitchFamily="18" charset="0"/>
              </a:rPr>
              <a:t>: Who uses this? Who's affected? Who's excluded?</a:t>
            </a:r>
          </a:p>
          <a:p>
            <a:pPr marL="342900" indent="-342900">
              <a:buFont typeface="Arial" panose="020B0604020202020204" pitchFamily="34" charset="0"/>
              <a:buChar char="•"/>
            </a:pPr>
            <a:r>
              <a:rPr lang="en-US" sz="2400" b="1" dirty="0">
                <a:latin typeface="Garamond" panose="02020404030301010803" pitchFamily="18" charset="0"/>
              </a:rPr>
              <a:t>Context</a:t>
            </a:r>
            <a:r>
              <a:rPr lang="en-US" sz="2400" dirty="0">
                <a:latin typeface="Garamond" panose="02020404030301010803" pitchFamily="18" charset="0"/>
              </a:rPr>
              <a:t>: Legal requirements, cultural differences, power dynamics</a:t>
            </a:r>
          </a:p>
          <a:p>
            <a:pPr marL="342900" indent="-342900">
              <a:buFont typeface="Arial" panose="020B0604020202020204" pitchFamily="34" charset="0"/>
              <a:buChar char="•"/>
            </a:pPr>
            <a:r>
              <a:rPr lang="en-US" sz="2400" b="1" dirty="0">
                <a:latin typeface="Garamond" panose="02020404030301010803" pitchFamily="18" charset="0"/>
              </a:rPr>
              <a:t>Consequences</a:t>
            </a:r>
            <a:r>
              <a:rPr lang="en-US" sz="2400" dirty="0">
                <a:latin typeface="Garamond" panose="02020404030301010803" pitchFamily="18" charset="0"/>
              </a:rPr>
              <a:t>: Intended and unintended effects</a:t>
            </a:r>
          </a:p>
          <a:p>
            <a:pPr marL="342900" indent="-342900">
              <a:buFont typeface="Arial" panose="020B0604020202020204" pitchFamily="34" charset="0"/>
              <a:buChar char="•"/>
            </a:pPr>
            <a:r>
              <a:rPr lang="en-US" sz="2400" b="1" dirty="0">
                <a:latin typeface="Garamond" panose="02020404030301010803" pitchFamily="18" charset="0"/>
              </a:rPr>
              <a:t>Accountability</a:t>
            </a:r>
            <a:r>
              <a:rPr lang="en-US" sz="2400" dirty="0">
                <a:latin typeface="Garamond" panose="02020404030301010803" pitchFamily="18" charset="0"/>
              </a:rPr>
              <a:t>: Who's responsible when things go wrong?</a:t>
            </a:r>
          </a:p>
          <a:p>
            <a:endParaRPr lang="en-US" sz="2400" dirty="0">
              <a:latin typeface="Garamond" panose="02020404030301010803" pitchFamily="18" charset="0"/>
            </a:endParaRPr>
          </a:p>
          <a:p>
            <a:r>
              <a:rPr lang="en-US" sz="2400" b="1" dirty="0">
                <a:latin typeface="Garamond" panose="02020404030301010803" pitchFamily="18" charset="0"/>
              </a:rPr>
              <a:t>Your Role</a:t>
            </a:r>
            <a:r>
              <a:rPr lang="en-US" sz="2400" dirty="0">
                <a:latin typeface="Garamond" panose="02020404030301010803" pitchFamily="18" charset="0"/>
              </a:rPr>
              <a:t>: Advocate for ethical considerations throughout development process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101" name="HeaderBar"/>
          <p:cNvSpPr/>
          <p:nvPr/>
        </p:nvSpPr>
        <p:spPr>
          <a:xfrm>
            <a:off x="0" y="0"/>
            <a:ext cx="12192000" cy="1036320"/>
          </a:xfrm>
          <a:prstGeom prst="rect">
            <a:avLst/>
          </a:prstGeom>
          <a:solidFill>
            <a:srgbClr val="002B5C"/>
          </a:solidFill>
          <a:ln w="0">
            <a:noFill/>
          </a:ln>
        </p:spPr>
        <p:txBody>
          <a:bodyPr/>
          <a:lstStyle/>
          <a:p>
            <a:endParaRPr lang="en-US"/>
          </a:p>
        </p:txBody>
      </p:sp>
      <p:sp>
        <p:nvSpPr>
          <p:cNvPr id="102" name="LeftBar"/>
          <p:cNvSpPr/>
          <p:nvPr/>
        </p:nvSpPr>
        <p:spPr>
          <a:xfrm>
            <a:off x="0" y="0"/>
            <a:ext cx="182880" cy="6858000"/>
          </a:xfrm>
          <a:prstGeom prst="rect">
            <a:avLst/>
          </a:prstGeom>
          <a:solidFill>
            <a:srgbClr val="006DAE"/>
          </a:solidFill>
          <a:ln w="0">
            <a:noFill/>
          </a:ln>
        </p:spPr>
        <p:txBody>
          <a:bodyPr/>
          <a:lstStyle/>
          <a:p>
            <a:endParaRPr lang="en-US"/>
          </a:p>
        </p:txBody>
      </p:sp>
      <p:sp>
        <p:nvSpPr>
          <p:cNvPr id="103" name="FooterBar"/>
          <p:cNvSpPr/>
          <p:nvPr/>
        </p:nvSpPr>
        <p:spPr>
          <a:xfrm>
            <a:off x="0" y="6522720"/>
            <a:ext cx="12192000" cy="335280"/>
          </a:xfrm>
          <a:prstGeom prst="rect">
            <a:avLst/>
          </a:prstGeom>
          <a:solidFill>
            <a:srgbClr val="F5F5F5"/>
          </a:solidFill>
          <a:ln w="0">
            <a:noFill/>
          </a:ln>
        </p:spPr>
        <p:txBody>
          <a:bodyPr/>
          <a:lstStyle/>
          <a:p>
            <a:endParaRPr lang="en-US"/>
          </a:p>
        </p:txBody>
      </p:sp>
      <p:sp>
        <p:nvSpPr>
          <p:cNvPr id="104" name="TitleText"/>
          <p:cNvSpPr/>
          <p:nvPr/>
        </p:nvSpPr>
        <p:spPr>
          <a:xfrm>
            <a:off x="402336" y="60960"/>
            <a:ext cx="11265408" cy="975360"/>
          </a:xfrm>
          <a:prstGeom prst="rect">
            <a:avLst/>
          </a:prstGeom>
          <a:noFill/>
          <a:ln w="0">
            <a:noFill/>
          </a:ln>
        </p:spPr>
        <p:txBody>
          <a:bodyPr wrap="square" lIns="0" tIns="0" rIns="0" bIns="0" rtlCol="0" anchor="ctr">
            <a:normAutofit/>
          </a:bodyPr>
          <a:lstStyle/>
          <a:p>
            <a:pPr marL="0" indent="0" algn="l">
              <a:buNone/>
            </a:pPr>
            <a:r>
              <a:rPr lang="en-US" sz="2800" b="1" dirty="0">
                <a:solidFill>
                  <a:srgbClr val="FFFFFF"/>
                </a:solidFill>
                <a:latin typeface="Garamond" pitchFamily="34" charset="0"/>
              </a:rPr>
              <a:t>Step 0: Systems Thinking Foundation</a:t>
            </a:r>
          </a:p>
        </p:txBody>
      </p:sp>
      <p:sp>
        <p:nvSpPr>
          <p:cNvPr id="105" name="FooterText"/>
          <p:cNvSpPr/>
          <p:nvPr/>
        </p:nvSpPr>
        <p:spPr>
          <a:xfrm>
            <a:off x="341376" y="6582720"/>
            <a:ext cx="9753600" cy="295280"/>
          </a:xfrm>
          <a:prstGeom prst="rect">
            <a:avLst/>
          </a:prstGeom>
          <a:noFill/>
          <a:ln w="0">
            <a:noFill/>
          </a:ln>
        </p:spPr>
        <p:txBody>
          <a:bodyPr wrap="square" lIns="0" tIns="0" rIns="0" bIns="0" rtlCol="0" anchor="ctr"/>
          <a:lstStyle/>
          <a:p>
            <a:pPr marL="0" indent="0" algn="l">
              <a:buNone/>
            </a:pPr>
            <a:r>
              <a:rPr lang="en-US" sz="1000" dirty="0">
                <a:solidFill>
                  <a:srgbClr val="027EB5"/>
                </a:solidFill>
                <a:latin typeface="Garamond" pitchFamily="34" charset="0"/>
              </a:rPr>
              <a:t>FIT1055: IT Professional Practice and Ethics  |  Week 7</a:t>
            </a:r>
          </a:p>
        </p:txBody>
      </p:sp>
      <p:sp>
        <p:nvSpPr>
          <p:cNvPr id="3" name="Subtitle 2">
            <a:extLst>
              <a:ext uri="{FF2B5EF4-FFF2-40B4-BE49-F238E27FC236}">
                <a16:creationId xmlns:a16="http://schemas.microsoft.com/office/drawing/2014/main" id="{62D66B9D-9396-C80F-4E00-502BA6DA9591}"/>
              </a:ext>
            </a:extLst>
          </p:cNvPr>
          <p:cNvSpPr>
            <a:spLocks noGrp="1"/>
          </p:cNvSpPr>
          <p:nvPr>
            <p:ph type="subTitle" idx="1"/>
          </p:nvPr>
        </p:nvSpPr>
        <p:spPr>
          <a:xfrm>
            <a:off x="1991544" y="2708920"/>
            <a:ext cx="9974560" cy="1913731"/>
          </a:xfrm>
        </p:spPr>
        <p:txBody>
          <a:bodyPr/>
          <a:lstStyle/>
          <a:p>
            <a:pPr algn="l"/>
            <a:endParaRPr lang="en-US" dirty="0"/>
          </a:p>
          <a:p>
            <a:pPr algn="l"/>
            <a:endParaRPr lang="en-US" dirty="0"/>
          </a:p>
        </p:txBody>
      </p:sp>
      <p:sp>
        <p:nvSpPr>
          <p:cNvPr id="6" name="Rectangle 5">
            <a:extLst>
              <a:ext uri="{FF2B5EF4-FFF2-40B4-BE49-F238E27FC236}">
                <a16:creationId xmlns:a16="http://schemas.microsoft.com/office/drawing/2014/main" id="{2A1036E8-DF89-624A-C00A-2E024FA4FA2E}"/>
              </a:ext>
            </a:extLst>
          </p:cNvPr>
          <p:cNvSpPr/>
          <p:nvPr/>
        </p:nvSpPr>
        <p:spPr>
          <a:xfrm>
            <a:off x="771080" y="1628800"/>
            <a:ext cx="9649072" cy="2677656"/>
          </a:xfrm>
          <a:prstGeom prst="rect">
            <a:avLst/>
          </a:prstGeom>
        </p:spPr>
        <p:txBody>
          <a:bodyPr wrap="square">
            <a:normAutofit/>
          </a:bodyPr>
          <a:lstStyle/>
          <a:p>
            <a:r>
              <a:rPr lang="en-US" sz="2400" i="1" dirty="0">
                <a:highlight>
                  <a:srgbClr val="FFFFFF"/>
                </a:highlight>
                <a:latin typeface="Garamond" panose="02020404030301010803" pitchFamily="18" charset="0"/>
              </a:rPr>
              <a:t>Before applying ERF steps, establish systems perspective:</a:t>
            </a:r>
          </a:p>
          <a:p>
            <a:endParaRPr lang="en-US" sz="2400" dirty="0">
              <a:highlight>
                <a:srgbClr val="FFFFFF"/>
              </a:highlight>
              <a:latin typeface="Garamond" panose="02020404030301010803" pitchFamily="18" charset="0"/>
            </a:endParaRPr>
          </a:p>
          <a:p>
            <a:r>
              <a:rPr lang="en-US" sz="2400" b="1" dirty="0">
                <a:highlight>
                  <a:srgbClr val="FFFFFF"/>
                </a:highlight>
                <a:latin typeface="Garamond" panose="02020404030301010803" pitchFamily="18" charset="0"/>
              </a:rPr>
              <a:t>Understand the System Boundaries:</a:t>
            </a:r>
            <a:endParaRPr lang="en-US" sz="2400" dirty="0">
              <a:highlight>
                <a:srgbClr val="FFFFFF"/>
              </a:highlight>
              <a:latin typeface="Garamond" panose="02020404030301010803" pitchFamily="18" charset="0"/>
            </a:endParaRPr>
          </a:p>
          <a:p>
            <a:pPr marL="342900" indent="-342900">
              <a:buFont typeface="Arial" panose="020B0604020202020204" pitchFamily="34" charset="0"/>
              <a:buChar char="•"/>
            </a:pPr>
            <a:r>
              <a:rPr lang="en-US" sz="2400" dirty="0">
                <a:highlight>
                  <a:srgbClr val="FFFFFF"/>
                </a:highlight>
                <a:latin typeface="Garamond" panose="02020404030301010803" pitchFamily="18" charset="0"/>
              </a:rPr>
              <a:t>Who are the direct users?</a:t>
            </a:r>
          </a:p>
          <a:p>
            <a:pPr marL="342900" indent="-342900">
              <a:buFont typeface="Arial" panose="020B0604020202020204" pitchFamily="34" charset="0"/>
              <a:buChar char="•"/>
            </a:pPr>
            <a:r>
              <a:rPr lang="en-US" sz="2400" dirty="0">
                <a:highlight>
                  <a:srgbClr val="FFFFFF"/>
                </a:highlight>
                <a:latin typeface="Garamond" panose="02020404030301010803" pitchFamily="18" charset="0"/>
              </a:rPr>
              <a:t>Who are indirect stakeholders?</a:t>
            </a:r>
          </a:p>
          <a:p>
            <a:pPr marL="342900" indent="-342900">
              <a:buFont typeface="Arial" panose="020B0604020202020204" pitchFamily="34" charset="0"/>
              <a:buChar char="•"/>
            </a:pPr>
            <a:r>
              <a:rPr lang="en-US" sz="2400" dirty="0">
                <a:highlight>
                  <a:srgbClr val="FFFFFF"/>
                </a:highlight>
                <a:latin typeface="Garamond" panose="02020404030301010803" pitchFamily="18" charset="0"/>
              </a:rPr>
              <a:t>What are the system inputs/outputs?</a:t>
            </a:r>
          </a:p>
          <a:p>
            <a:pPr marL="342900" indent="-342900">
              <a:buFont typeface="Arial" panose="020B0604020202020204" pitchFamily="34" charset="0"/>
              <a:buChar char="•"/>
            </a:pPr>
            <a:r>
              <a:rPr lang="en-US" sz="2400" dirty="0">
                <a:highlight>
                  <a:srgbClr val="FFFFFF"/>
                </a:highlight>
                <a:latin typeface="Garamond" panose="02020404030301010803" pitchFamily="18" charset="0"/>
              </a:rPr>
              <a:t>How does this system connect to other systems?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101" name="HeaderBar"/>
          <p:cNvSpPr/>
          <p:nvPr/>
        </p:nvSpPr>
        <p:spPr>
          <a:xfrm>
            <a:off x="0" y="0"/>
            <a:ext cx="12192000" cy="1036320"/>
          </a:xfrm>
          <a:prstGeom prst="rect">
            <a:avLst/>
          </a:prstGeom>
          <a:solidFill>
            <a:srgbClr val="002B5C"/>
          </a:solidFill>
          <a:ln w="0">
            <a:noFill/>
          </a:ln>
        </p:spPr>
        <p:txBody>
          <a:bodyPr/>
          <a:lstStyle/>
          <a:p>
            <a:endParaRPr lang="en-US"/>
          </a:p>
        </p:txBody>
      </p:sp>
      <p:sp>
        <p:nvSpPr>
          <p:cNvPr id="102" name="LeftBar"/>
          <p:cNvSpPr/>
          <p:nvPr/>
        </p:nvSpPr>
        <p:spPr>
          <a:xfrm>
            <a:off x="0" y="0"/>
            <a:ext cx="182880" cy="6858000"/>
          </a:xfrm>
          <a:prstGeom prst="rect">
            <a:avLst/>
          </a:prstGeom>
          <a:solidFill>
            <a:srgbClr val="006DAE"/>
          </a:solidFill>
          <a:ln w="0">
            <a:noFill/>
          </a:ln>
        </p:spPr>
        <p:txBody>
          <a:bodyPr/>
          <a:lstStyle/>
          <a:p>
            <a:endParaRPr lang="en-US"/>
          </a:p>
        </p:txBody>
      </p:sp>
      <p:sp>
        <p:nvSpPr>
          <p:cNvPr id="103" name="FooterBar"/>
          <p:cNvSpPr/>
          <p:nvPr/>
        </p:nvSpPr>
        <p:spPr>
          <a:xfrm>
            <a:off x="0" y="6522720"/>
            <a:ext cx="12192000" cy="335280"/>
          </a:xfrm>
          <a:prstGeom prst="rect">
            <a:avLst/>
          </a:prstGeom>
          <a:solidFill>
            <a:srgbClr val="F5F5F5"/>
          </a:solidFill>
          <a:ln w="0">
            <a:noFill/>
          </a:ln>
        </p:spPr>
        <p:txBody>
          <a:bodyPr/>
          <a:lstStyle/>
          <a:p>
            <a:endParaRPr lang="en-US"/>
          </a:p>
        </p:txBody>
      </p:sp>
      <p:sp>
        <p:nvSpPr>
          <p:cNvPr id="104" name="TitleText"/>
          <p:cNvSpPr/>
          <p:nvPr/>
        </p:nvSpPr>
        <p:spPr>
          <a:xfrm>
            <a:off x="402336" y="60960"/>
            <a:ext cx="11265408" cy="975360"/>
          </a:xfrm>
          <a:prstGeom prst="rect">
            <a:avLst/>
          </a:prstGeom>
          <a:noFill/>
          <a:ln w="0">
            <a:noFill/>
          </a:ln>
        </p:spPr>
        <p:txBody>
          <a:bodyPr wrap="square" lIns="0" tIns="0" rIns="0" bIns="0" rtlCol="0" anchor="ctr">
            <a:normAutofit/>
          </a:bodyPr>
          <a:lstStyle/>
          <a:p>
            <a:pPr marL="0" indent="0" algn="l">
              <a:buNone/>
            </a:pPr>
            <a:r>
              <a:rPr lang="en-US" sz="2800" b="1" dirty="0">
                <a:solidFill>
                  <a:srgbClr val="FFFFFF"/>
                </a:solidFill>
                <a:latin typeface="Garamond" pitchFamily="34" charset="0"/>
              </a:rPr>
              <a:t>Step 1: Analyze and Define</a:t>
            </a:r>
          </a:p>
        </p:txBody>
      </p:sp>
      <p:sp>
        <p:nvSpPr>
          <p:cNvPr id="105" name="FooterText"/>
          <p:cNvSpPr/>
          <p:nvPr/>
        </p:nvSpPr>
        <p:spPr>
          <a:xfrm>
            <a:off x="341376" y="6582720"/>
            <a:ext cx="9753600" cy="295280"/>
          </a:xfrm>
          <a:prstGeom prst="rect">
            <a:avLst/>
          </a:prstGeom>
          <a:noFill/>
          <a:ln w="0">
            <a:noFill/>
          </a:ln>
        </p:spPr>
        <p:txBody>
          <a:bodyPr wrap="square" lIns="0" tIns="0" rIns="0" bIns="0" rtlCol="0" anchor="ctr"/>
          <a:lstStyle/>
          <a:p>
            <a:pPr marL="0" indent="0" algn="l">
              <a:buNone/>
            </a:pPr>
            <a:r>
              <a:rPr lang="en-US" sz="1000" dirty="0">
                <a:solidFill>
                  <a:srgbClr val="027EB5"/>
                </a:solidFill>
                <a:latin typeface="Garamond" pitchFamily="34" charset="0"/>
              </a:rPr>
              <a:t>FIT1055: IT Professional Practice and Ethics  |  Week 7</a:t>
            </a:r>
          </a:p>
        </p:txBody>
      </p:sp>
      <p:sp>
        <p:nvSpPr>
          <p:cNvPr id="3" name="Subtitle 2">
            <a:extLst>
              <a:ext uri="{FF2B5EF4-FFF2-40B4-BE49-F238E27FC236}">
                <a16:creationId xmlns:a16="http://schemas.microsoft.com/office/drawing/2014/main" id="{1F73D32B-0F72-807E-BE27-FDEE29800CE3}"/>
              </a:ext>
            </a:extLst>
          </p:cNvPr>
          <p:cNvSpPr>
            <a:spLocks noGrp="1"/>
          </p:cNvSpPr>
          <p:nvPr>
            <p:ph type="subTitle" idx="1"/>
          </p:nvPr>
        </p:nvSpPr>
        <p:spPr>
          <a:xfrm>
            <a:off x="1991544" y="2708920"/>
            <a:ext cx="9974560" cy="1913731"/>
          </a:xfrm>
        </p:spPr>
        <p:txBody>
          <a:bodyPr/>
          <a:lstStyle/>
          <a:p>
            <a:pPr algn="l"/>
            <a:endParaRPr lang="en-US" dirty="0"/>
          </a:p>
          <a:p>
            <a:pPr algn="l"/>
            <a:endParaRPr lang="en-US" dirty="0"/>
          </a:p>
        </p:txBody>
      </p:sp>
      <p:sp>
        <p:nvSpPr>
          <p:cNvPr id="6" name="Rectangle 5">
            <a:extLst>
              <a:ext uri="{FF2B5EF4-FFF2-40B4-BE49-F238E27FC236}">
                <a16:creationId xmlns:a16="http://schemas.microsoft.com/office/drawing/2014/main" id="{646E9100-5EB9-1B2B-F32D-ACD885B2F800}"/>
              </a:ext>
            </a:extLst>
          </p:cNvPr>
          <p:cNvSpPr/>
          <p:nvPr/>
        </p:nvSpPr>
        <p:spPr>
          <a:xfrm>
            <a:off x="839416" y="1323946"/>
            <a:ext cx="9649072" cy="4154984"/>
          </a:xfrm>
          <a:prstGeom prst="rect">
            <a:avLst/>
          </a:prstGeom>
        </p:spPr>
        <p:txBody>
          <a:bodyPr wrap="square">
            <a:normAutofit/>
          </a:bodyPr>
          <a:lstStyle/>
          <a:p>
            <a:r>
              <a:rPr lang="en-US" sz="2400" dirty="0">
                <a:highlight>
                  <a:srgbClr val="FFFFFF"/>
                </a:highlight>
                <a:latin typeface="Garamond" panose="02020404030301010803" pitchFamily="18" charset="0"/>
              </a:rPr>
              <a:t>For Step 1</a:t>
            </a:r>
            <a:r>
              <a:rPr lang="en-US" sz="2400" dirty="0">
                <a:latin typeface="Garamond" panose="02020404030301010803" pitchFamily="18" charset="0"/>
              </a:rPr>
              <a:t>,</a:t>
            </a:r>
            <a:r>
              <a:rPr lang="en-US" sz="2400" dirty="0">
                <a:highlight>
                  <a:srgbClr val="FFFFFF"/>
                </a:highlight>
                <a:latin typeface="Garamond" panose="02020404030301010803" pitchFamily="18" charset="0"/>
              </a:rPr>
              <a:t> adapt the research techniques we have t</a:t>
            </a:r>
            <a:r>
              <a:rPr lang="en-US" sz="2400" dirty="0">
                <a:latin typeface="Garamond" panose="02020404030301010803" pitchFamily="18" charset="0"/>
              </a:rPr>
              <a:t>a</a:t>
            </a:r>
            <a:r>
              <a:rPr lang="en-US" sz="2400" dirty="0">
                <a:highlight>
                  <a:srgbClr val="FFFFFF"/>
                </a:highlight>
                <a:latin typeface="Garamond" panose="02020404030301010803" pitchFamily="18" charset="0"/>
              </a:rPr>
              <a:t>ught you. </a:t>
            </a:r>
          </a:p>
          <a:p>
            <a:r>
              <a:rPr lang="en-US" sz="2400" dirty="0">
                <a:highlight>
                  <a:srgbClr val="FFFFFF"/>
                </a:highlight>
                <a:latin typeface="Garamond" panose="02020404030301010803" pitchFamily="18" charset="0"/>
              </a:rPr>
              <a:t>Below are the guideline</a:t>
            </a:r>
            <a:r>
              <a:rPr lang="en-US" sz="2400" dirty="0">
                <a:latin typeface="Garamond" panose="02020404030301010803" pitchFamily="18" charset="0"/>
              </a:rPr>
              <a:t>s</a:t>
            </a:r>
            <a:r>
              <a:rPr lang="en-US" sz="2400" dirty="0">
                <a:highlight>
                  <a:srgbClr val="FFFFFF"/>
                </a:highlight>
                <a:latin typeface="Garamond" panose="02020404030301010803" pitchFamily="18" charset="0"/>
              </a:rPr>
              <a:t> </a:t>
            </a:r>
            <a:r>
              <a:rPr lang="en-US" sz="2400" dirty="0">
                <a:latin typeface="Garamond" panose="02020404030301010803" pitchFamily="18" charset="0"/>
              </a:rPr>
              <a:t>for</a:t>
            </a:r>
            <a:r>
              <a:rPr lang="en-US" sz="2400" dirty="0">
                <a:highlight>
                  <a:srgbClr val="FFFFFF"/>
                </a:highlight>
                <a:latin typeface="Garamond" panose="02020404030301010803" pitchFamily="18" charset="0"/>
              </a:rPr>
              <a:t> categorizing ACM code violation</a:t>
            </a:r>
            <a:r>
              <a:rPr lang="en-US" sz="2400" dirty="0">
                <a:latin typeface="Garamond" panose="02020404030301010803" pitchFamily="18" charset="0"/>
              </a:rPr>
              <a:t>s</a:t>
            </a:r>
            <a:r>
              <a:rPr lang="en-US" sz="2400" dirty="0">
                <a:highlight>
                  <a:srgbClr val="FFFFFF"/>
                </a:highlight>
                <a:latin typeface="Garamond" panose="02020404030301010803" pitchFamily="18" charset="0"/>
              </a:rPr>
              <a:t>.</a:t>
            </a:r>
          </a:p>
          <a:p>
            <a:endParaRPr lang="en-US" sz="2400" b="1" dirty="0">
              <a:highlight>
                <a:srgbClr val="FFFFFF"/>
              </a:highlight>
              <a:latin typeface="Garamond" panose="02020404030301010803" pitchFamily="18" charset="0"/>
            </a:endParaRPr>
          </a:p>
          <a:p>
            <a:r>
              <a:rPr lang="en-US" sz="2400" b="1" dirty="0">
                <a:highlight>
                  <a:srgbClr val="FFFFFF"/>
                </a:highlight>
                <a:latin typeface="Garamond" panose="02020404030301010803" pitchFamily="18" charset="0"/>
              </a:rPr>
              <a:t>Step 1.1  Ethical Violation Assessment </a:t>
            </a:r>
          </a:p>
          <a:p>
            <a:endParaRPr lang="en-US" sz="2400" dirty="0">
              <a:highlight>
                <a:srgbClr val="FFFFFF"/>
              </a:highlight>
              <a:latin typeface="Garamond" panose="02020404030301010803" pitchFamily="18" charset="0"/>
            </a:endParaRPr>
          </a:p>
          <a:p>
            <a:r>
              <a:rPr lang="en-US" sz="2400" b="1" dirty="0">
                <a:highlight>
                  <a:srgbClr val="FFFFFF"/>
                </a:highlight>
                <a:latin typeface="Garamond" panose="02020404030301010803" pitchFamily="18" charset="0"/>
              </a:rPr>
              <a:t>Document Evidence</a:t>
            </a:r>
            <a:r>
              <a:rPr lang="en-US" sz="2400" dirty="0">
                <a:highlight>
                  <a:srgbClr val="FFFFFF"/>
                </a:highlight>
                <a:latin typeface="Garamond" panose="02020404030301010803" pitchFamily="18" charset="0"/>
              </a:rPr>
              <a:t>: </a:t>
            </a:r>
          </a:p>
          <a:p>
            <a:pPr marL="342900" indent="-342900">
              <a:buFont typeface="Arial" panose="020B0604020202020204" pitchFamily="34" charset="0"/>
              <a:buChar char="•"/>
            </a:pPr>
            <a:r>
              <a:rPr lang="en-US" sz="2400" dirty="0">
                <a:highlight>
                  <a:srgbClr val="FFFFFF"/>
                </a:highlight>
                <a:latin typeface="Garamond" panose="02020404030301010803" pitchFamily="18" charset="0"/>
              </a:rPr>
              <a:t>What specific behaviors of the system from the case study violate ACM principles? </a:t>
            </a:r>
          </a:p>
          <a:p>
            <a:pPr marL="342900" indent="-342900">
              <a:buFont typeface="Arial" panose="020B0604020202020204" pitchFamily="34" charset="0"/>
              <a:buChar char="•"/>
            </a:pPr>
            <a:r>
              <a:rPr lang="en-US" sz="2400" dirty="0">
                <a:latin typeface="Garamond" panose="02020404030301010803" pitchFamily="18" charset="0"/>
              </a:rPr>
              <a:t>Are there recurring or specific behaviors across other case studies?</a:t>
            </a:r>
          </a:p>
          <a:p>
            <a:pPr marL="342900" indent="-342900">
              <a:buFont typeface="Arial" panose="020B0604020202020204" pitchFamily="34" charset="0"/>
              <a:buChar char="•"/>
            </a:pPr>
            <a:r>
              <a:rPr lang="en-US" sz="2400" dirty="0">
                <a:latin typeface="Garamond" panose="02020404030301010803" pitchFamily="18" charset="0"/>
              </a:rPr>
              <a:t>What evidence from your case study supports these observations?</a:t>
            </a:r>
          </a:p>
          <a:p>
            <a:endParaRPr lang="en-US" sz="2400" dirty="0">
              <a:highlight>
                <a:srgbClr val="FFFFFF"/>
              </a:highlight>
              <a:latin typeface="Garamond" panose="02020404030301010803"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101" name="HeaderBar"/>
          <p:cNvSpPr/>
          <p:nvPr/>
        </p:nvSpPr>
        <p:spPr>
          <a:xfrm>
            <a:off x="0" y="0"/>
            <a:ext cx="12192000" cy="1036320"/>
          </a:xfrm>
          <a:prstGeom prst="rect">
            <a:avLst/>
          </a:prstGeom>
          <a:solidFill>
            <a:srgbClr val="002B5C"/>
          </a:solidFill>
          <a:ln w="0">
            <a:noFill/>
          </a:ln>
        </p:spPr>
        <p:txBody>
          <a:bodyPr/>
          <a:lstStyle/>
          <a:p>
            <a:endParaRPr lang="en-US"/>
          </a:p>
        </p:txBody>
      </p:sp>
      <p:sp>
        <p:nvSpPr>
          <p:cNvPr id="102" name="LeftBar"/>
          <p:cNvSpPr/>
          <p:nvPr/>
        </p:nvSpPr>
        <p:spPr>
          <a:xfrm>
            <a:off x="0" y="0"/>
            <a:ext cx="182880" cy="6858000"/>
          </a:xfrm>
          <a:prstGeom prst="rect">
            <a:avLst/>
          </a:prstGeom>
          <a:solidFill>
            <a:srgbClr val="006DAE"/>
          </a:solidFill>
          <a:ln w="0">
            <a:noFill/>
          </a:ln>
        </p:spPr>
        <p:txBody>
          <a:bodyPr/>
          <a:lstStyle/>
          <a:p>
            <a:endParaRPr lang="en-US"/>
          </a:p>
        </p:txBody>
      </p:sp>
      <p:sp>
        <p:nvSpPr>
          <p:cNvPr id="103" name="FooterBar"/>
          <p:cNvSpPr/>
          <p:nvPr/>
        </p:nvSpPr>
        <p:spPr>
          <a:xfrm>
            <a:off x="0" y="6522720"/>
            <a:ext cx="12192000" cy="335280"/>
          </a:xfrm>
          <a:prstGeom prst="rect">
            <a:avLst/>
          </a:prstGeom>
          <a:solidFill>
            <a:srgbClr val="F5F5F5"/>
          </a:solidFill>
          <a:ln w="0">
            <a:noFill/>
          </a:ln>
        </p:spPr>
        <p:txBody>
          <a:bodyPr/>
          <a:lstStyle/>
          <a:p>
            <a:endParaRPr lang="en-US"/>
          </a:p>
        </p:txBody>
      </p:sp>
      <p:sp>
        <p:nvSpPr>
          <p:cNvPr id="104" name="TitleText"/>
          <p:cNvSpPr/>
          <p:nvPr/>
        </p:nvSpPr>
        <p:spPr>
          <a:xfrm>
            <a:off x="402336" y="60960"/>
            <a:ext cx="11265408" cy="975360"/>
          </a:xfrm>
          <a:prstGeom prst="rect">
            <a:avLst/>
          </a:prstGeom>
          <a:noFill/>
          <a:ln w="0">
            <a:noFill/>
          </a:ln>
        </p:spPr>
        <p:txBody>
          <a:bodyPr wrap="square" lIns="0" tIns="0" rIns="0" bIns="0" rtlCol="0" anchor="ctr">
            <a:normAutofit/>
          </a:bodyPr>
          <a:lstStyle/>
          <a:p>
            <a:pPr marL="0" indent="0" algn="l">
              <a:buNone/>
            </a:pPr>
            <a:r>
              <a:rPr lang="en-US" sz="2800" b="1" dirty="0">
                <a:solidFill>
                  <a:srgbClr val="FFFFFF"/>
                </a:solidFill>
                <a:latin typeface="Garamond" pitchFamily="34" charset="0"/>
              </a:rPr>
              <a:t>Step 1: Analyze and Define</a:t>
            </a:r>
          </a:p>
        </p:txBody>
      </p:sp>
      <p:sp>
        <p:nvSpPr>
          <p:cNvPr id="105" name="FooterText"/>
          <p:cNvSpPr/>
          <p:nvPr/>
        </p:nvSpPr>
        <p:spPr>
          <a:xfrm>
            <a:off x="341376" y="6582720"/>
            <a:ext cx="9753600" cy="295280"/>
          </a:xfrm>
          <a:prstGeom prst="rect">
            <a:avLst/>
          </a:prstGeom>
          <a:noFill/>
          <a:ln w="0">
            <a:noFill/>
          </a:ln>
        </p:spPr>
        <p:txBody>
          <a:bodyPr wrap="square" lIns="0" tIns="0" rIns="0" bIns="0" rtlCol="0" anchor="ctr"/>
          <a:lstStyle/>
          <a:p>
            <a:pPr marL="0" indent="0" algn="l">
              <a:buNone/>
            </a:pPr>
            <a:r>
              <a:rPr lang="en-US" sz="1000" dirty="0">
                <a:solidFill>
                  <a:srgbClr val="027EB5"/>
                </a:solidFill>
                <a:latin typeface="Garamond" pitchFamily="34" charset="0"/>
              </a:rPr>
              <a:t>FIT1055: IT Professional Practice and Ethics  |  Week 7</a:t>
            </a:r>
          </a:p>
        </p:txBody>
      </p:sp>
      <p:sp>
        <p:nvSpPr>
          <p:cNvPr id="3" name="Subtitle 2">
            <a:extLst>
              <a:ext uri="{FF2B5EF4-FFF2-40B4-BE49-F238E27FC236}">
                <a16:creationId xmlns:a16="http://schemas.microsoft.com/office/drawing/2014/main" id="{0866A205-5E71-C76C-01EF-0362B9154E42}"/>
              </a:ext>
            </a:extLst>
          </p:cNvPr>
          <p:cNvSpPr>
            <a:spLocks noGrp="1"/>
          </p:cNvSpPr>
          <p:nvPr>
            <p:ph type="subTitle" idx="1"/>
          </p:nvPr>
        </p:nvSpPr>
        <p:spPr>
          <a:xfrm>
            <a:off x="1991544" y="2708920"/>
            <a:ext cx="9974560" cy="1913731"/>
          </a:xfrm>
        </p:spPr>
        <p:txBody>
          <a:bodyPr/>
          <a:lstStyle/>
          <a:p>
            <a:pPr algn="l"/>
            <a:endParaRPr lang="en-US" dirty="0"/>
          </a:p>
          <a:p>
            <a:pPr algn="l"/>
            <a:endParaRPr lang="en-US" dirty="0"/>
          </a:p>
        </p:txBody>
      </p:sp>
      <p:sp>
        <p:nvSpPr>
          <p:cNvPr id="6" name="Rectangle 5">
            <a:extLst>
              <a:ext uri="{FF2B5EF4-FFF2-40B4-BE49-F238E27FC236}">
                <a16:creationId xmlns:a16="http://schemas.microsoft.com/office/drawing/2014/main" id="{DD653FB5-179B-A5C4-19CA-CB487C0D0B09}"/>
              </a:ext>
            </a:extLst>
          </p:cNvPr>
          <p:cNvSpPr/>
          <p:nvPr/>
        </p:nvSpPr>
        <p:spPr>
          <a:xfrm>
            <a:off x="780216" y="1517464"/>
            <a:ext cx="9649072" cy="1200329"/>
          </a:xfrm>
          <a:prstGeom prst="rect">
            <a:avLst/>
          </a:prstGeom>
        </p:spPr>
        <p:txBody>
          <a:bodyPr wrap="square">
            <a:normAutofit/>
          </a:bodyPr>
          <a:lstStyle/>
          <a:p>
            <a:r>
              <a:rPr lang="en-US" sz="2400" b="1" dirty="0">
                <a:highlight>
                  <a:srgbClr val="FFFFFF"/>
                </a:highlight>
                <a:latin typeface="Garamond" panose="02020404030301010803" pitchFamily="18" charset="0"/>
              </a:rPr>
              <a:t>1.2 Categorize Violations</a:t>
            </a:r>
          </a:p>
          <a:p>
            <a:pPr marL="342900" indent="-342900">
              <a:buFont typeface="Arial" panose="020B0604020202020204" pitchFamily="34" charset="0"/>
              <a:buChar char="•"/>
            </a:pPr>
            <a:r>
              <a:rPr lang="en-US" sz="2400" dirty="0">
                <a:highlight>
                  <a:srgbClr val="FFFFFF"/>
                </a:highlight>
                <a:latin typeface="Garamond" panose="02020404030301010803" pitchFamily="18" charset="0"/>
              </a:rPr>
              <a:t>Group issues together and label broader ethical concepts</a:t>
            </a:r>
          </a:p>
          <a:p>
            <a:pPr marL="342900" indent="-342900">
              <a:buFont typeface="Arial" panose="020B0604020202020204" pitchFamily="34" charset="0"/>
              <a:buChar char="•"/>
            </a:pPr>
            <a:r>
              <a:rPr lang="en-US" sz="2400" dirty="0">
                <a:highlight>
                  <a:srgbClr val="FFFFFF"/>
                </a:highlight>
                <a:latin typeface="Garamond" panose="02020404030301010803" pitchFamily="18" charset="0"/>
              </a:rPr>
              <a:t>What fundamental principles are being challenged or violated?</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101" name="HeaderBar"/>
          <p:cNvSpPr/>
          <p:nvPr/>
        </p:nvSpPr>
        <p:spPr>
          <a:xfrm>
            <a:off x="0" y="0"/>
            <a:ext cx="12192000" cy="1036320"/>
          </a:xfrm>
          <a:prstGeom prst="rect">
            <a:avLst/>
          </a:prstGeom>
          <a:solidFill>
            <a:srgbClr val="002B5C"/>
          </a:solidFill>
          <a:ln w="0">
            <a:noFill/>
          </a:ln>
        </p:spPr>
        <p:txBody>
          <a:bodyPr/>
          <a:lstStyle/>
          <a:p>
            <a:endParaRPr lang="en-US"/>
          </a:p>
        </p:txBody>
      </p:sp>
      <p:sp>
        <p:nvSpPr>
          <p:cNvPr id="102" name="LeftBar"/>
          <p:cNvSpPr/>
          <p:nvPr/>
        </p:nvSpPr>
        <p:spPr>
          <a:xfrm>
            <a:off x="0" y="0"/>
            <a:ext cx="182880" cy="6858000"/>
          </a:xfrm>
          <a:prstGeom prst="rect">
            <a:avLst/>
          </a:prstGeom>
          <a:solidFill>
            <a:srgbClr val="006DAE"/>
          </a:solidFill>
          <a:ln w="0">
            <a:noFill/>
          </a:ln>
        </p:spPr>
        <p:txBody>
          <a:bodyPr/>
          <a:lstStyle/>
          <a:p>
            <a:endParaRPr lang="en-US"/>
          </a:p>
        </p:txBody>
      </p:sp>
      <p:sp>
        <p:nvSpPr>
          <p:cNvPr id="103" name="FooterBar"/>
          <p:cNvSpPr/>
          <p:nvPr/>
        </p:nvSpPr>
        <p:spPr>
          <a:xfrm>
            <a:off x="0" y="6522720"/>
            <a:ext cx="12192000" cy="335280"/>
          </a:xfrm>
          <a:prstGeom prst="rect">
            <a:avLst/>
          </a:prstGeom>
          <a:solidFill>
            <a:srgbClr val="F5F5F5"/>
          </a:solidFill>
          <a:ln w="0">
            <a:noFill/>
          </a:ln>
        </p:spPr>
        <p:txBody>
          <a:bodyPr/>
          <a:lstStyle/>
          <a:p>
            <a:endParaRPr lang="en-US"/>
          </a:p>
        </p:txBody>
      </p:sp>
      <p:sp>
        <p:nvSpPr>
          <p:cNvPr id="104" name="TitleText"/>
          <p:cNvSpPr/>
          <p:nvPr/>
        </p:nvSpPr>
        <p:spPr>
          <a:xfrm>
            <a:off x="402336" y="60960"/>
            <a:ext cx="11265408" cy="975360"/>
          </a:xfrm>
          <a:prstGeom prst="rect">
            <a:avLst/>
          </a:prstGeom>
          <a:noFill/>
          <a:ln w="0">
            <a:noFill/>
          </a:ln>
        </p:spPr>
        <p:txBody>
          <a:bodyPr wrap="square" lIns="0" tIns="0" rIns="0" bIns="0" rtlCol="0" anchor="ctr">
            <a:normAutofit/>
          </a:bodyPr>
          <a:lstStyle/>
          <a:p>
            <a:pPr marL="0" indent="0" algn="l">
              <a:buNone/>
            </a:pPr>
            <a:r>
              <a:rPr lang="en-US" sz="2800" b="1" dirty="0">
                <a:solidFill>
                  <a:srgbClr val="FFFFFF"/>
                </a:solidFill>
                <a:latin typeface="Garamond" pitchFamily="34" charset="0"/>
              </a:rPr>
              <a:t>Step 1: Analyze and Define</a:t>
            </a:r>
          </a:p>
        </p:txBody>
      </p:sp>
      <p:sp>
        <p:nvSpPr>
          <p:cNvPr id="105" name="FooterText"/>
          <p:cNvSpPr/>
          <p:nvPr/>
        </p:nvSpPr>
        <p:spPr>
          <a:xfrm>
            <a:off x="341376" y="6582720"/>
            <a:ext cx="9753600" cy="295280"/>
          </a:xfrm>
          <a:prstGeom prst="rect">
            <a:avLst/>
          </a:prstGeom>
          <a:noFill/>
          <a:ln w="0">
            <a:noFill/>
          </a:ln>
        </p:spPr>
        <p:txBody>
          <a:bodyPr wrap="square" lIns="0" tIns="0" rIns="0" bIns="0" rtlCol="0" anchor="ctr"/>
          <a:lstStyle/>
          <a:p>
            <a:pPr marL="0" indent="0" algn="l">
              <a:buNone/>
            </a:pPr>
            <a:r>
              <a:rPr lang="en-US" sz="1000" dirty="0">
                <a:solidFill>
                  <a:srgbClr val="027EB5"/>
                </a:solidFill>
                <a:latin typeface="Garamond" pitchFamily="34" charset="0"/>
              </a:rPr>
              <a:t>FIT1055: IT Professional Practice and Ethics  |  Week 7</a:t>
            </a:r>
          </a:p>
        </p:txBody>
      </p:sp>
      <p:sp>
        <p:nvSpPr>
          <p:cNvPr id="3" name="Subtitle 2">
            <a:extLst>
              <a:ext uri="{FF2B5EF4-FFF2-40B4-BE49-F238E27FC236}">
                <a16:creationId xmlns:a16="http://schemas.microsoft.com/office/drawing/2014/main" id="{D06A367B-C9BD-3953-DBF4-84706542717B}"/>
              </a:ext>
            </a:extLst>
          </p:cNvPr>
          <p:cNvSpPr>
            <a:spLocks noGrp="1"/>
          </p:cNvSpPr>
          <p:nvPr>
            <p:ph type="subTitle" idx="1"/>
          </p:nvPr>
        </p:nvSpPr>
        <p:spPr>
          <a:xfrm>
            <a:off x="1991544" y="2708920"/>
            <a:ext cx="9974560" cy="1913731"/>
          </a:xfrm>
        </p:spPr>
        <p:txBody>
          <a:bodyPr/>
          <a:lstStyle/>
          <a:p>
            <a:pPr algn="l"/>
            <a:endParaRPr lang="en-US" dirty="0"/>
          </a:p>
          <a:p>
            <a:pPr algn="l"/>
            <a:endParaRPr lang="en-US" dirty="0"/>
          </a:p>
        </p:txBody>
      </p:sp>
      <p:sp>
        <p:nvSpPr>
          <p:cNvPr id="6" name="Rectangle 5">
            <a:extLst>
              <a:ext uri="{FF2B5EF4-FFF2-40B4-BE49-F238E27FC236}">
                <a16:creationId xmlns:a16="http://schemas.microsoft.com/office/drawing/2014/main" id="{4B311BA7-861F-9F48-0C27-F8EE25018FB6}"/>
              </a:ext>
            </a:extLst>
          </p:cNvPr>
          <p:cNvSpPr/>
          <p:nvPr/>
        </p:nvSpPr>
        <p:spPr>
          <a:xfrm>
            <a:off x="780216" y="1517464"/>
            <a:ext cx="9649072" cy="1938992"/>
          </a:xfrm>
          <a:prstGeom prst="rect">
            <a:avLst/>
          </a:prstGeom>
        </p:spPr>
        <p:txBody>
          <a:bodyPr wrap="square">
            <a:normAutofit/>
          </a:bodyPr>
          <a:lstStyle/>
          <a:p>
            <a:r>
              <a:rPr lang="en-US" sz="2400" b="1" dirty="0">
                <a:latin typeface="Garamond" panose="02020404030301010803" pitchFamily="18" charset="0"/>
              </a:rPr>
              <a:t>1.3 ACM Code Mapping</a:t>
            </a:r>
          </a:p>
          <a:p>
            <a:r>
              <a:rPr lang="en-US" sz="2400" dirty="0">
                <a:latin typeface="Garamond" panose="02020404030301010803" pitchFamily="18" charset="0"/>
              </a:rPr>
              <a:t>Which sections of the ACM Code address these conceptual themes?</a:t>
            </a:r>
          </a:p>
          <a:p>
            <a:endParaRPr lang="en-US" sz="2400" dirty="0">
              <a:latin typeface="Garamond" panose="02020404030301010803" pitchFamily="18" charset="0"/>
            </a:endParaRPr>
          </a:p>
          <a:p>
            <a:r>
              <a:rPr lang="en-US" sz="2400" b="1" dirty="0">
                <a:latin typeface="Garamond" panose="02020404030301010803" pitchFamily="18" charset="0"/>
              </a:rPr>
              <a:t>1.4 Connection Justification</a:t>
            </a:r>
          </a:p>
          <a:p>
            <a:r>
              <a:rPr lang="en-US" sz="2400" dirty="0">
                <a:latin typeface="Garamond" panose="02020404030301010803" pitchFamily="18" charset="0"/>
              </a:rPr>
              <a:t>Why does your identified issue violate the specific ACM Code section?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101" name="HeaderBar"/>
          <p:cNvSpPr/>
          <p:nvPr/>
        </p:nvSpPr>
        <p:spPr>
          <a:xfrm>
            <a:off x="0" y="0"/>
            <a:ext cx="12192000" cy="1036320"/>
          </a:xfrm>
          <a:prstGeom prst="rect">
            <a:avLst/>
          </a:prstGeom>
          <a:solidFill>
            <a:srgbClr val="002B5C"/>
          </a:solidFill>
          <a:ln w="0">
            <a:noFill/>
          </a:ln>
        </p:spPr>
        <p:txBody>
          <a:bodyPr/>
          <a:lstStyle/>
          <a:p>
            <a:endParaRPr lang="en-US"/>
          </a:p>
        </p:txBody>
      </p:sp>
      <p:sp>
        <p:nvSpPr>
          <p:cNvPr id="102" name="LeftBar"/>
          <p:cNvSpPr/>
          <p:nvPr/>
        </p:nvSpPr>
        <p:spPr>
          <a:xfrm>
            <a:off x="0" y="0"/>
            <a:ext cx="182880" cy="6858000"/>
          </a:xfrm>
          <a:prstGeom prst="rect">
            <a:avLst/>
          </a:prstGeom>
          <a:solidFill>
            <a:srgbClr val="006DAE"/>
          </a:solidFill>
          <a:ln w="0">
            <a:noFill/>
          </a:ln>
        </p:spPr>
        <p:txBody>
          <a:bodyPr/>
          <a:lstStyle/>
          <a:p>
            <a:endParaRPr lang="en-US"/>
          </a:p>
        </p:txBody>
      </p:sp>
      <p:sp>
        <p:nvSpPr>
          <p:cNvPr id="103" name="FooterBar"/>
          <p:cNvSpPr/>
          <p:nvPr/>
        </p:nvSpPr>
        <p:spPr>
          <a:xfrm>
            <a:off x="0" y="6522720"/>
            <a:ext cx="12192000" cy="335280"/>
          </a:xfrm>
          <a:prstGeom prst="rect">
            <a:avLst/>
          </a:prstGeom>
          <a:solidFill>
            <a:srgbClr val="F5F5F5"/>
          </a:solidFill>
          <a:ln w="0">
            <a:noFill/>
          </a:ln>
        </p:spPr>
        <p:txBody>
          <a:bodyPr/>
          <a:lstStyle/>
          <a:p>
            <a:endParaRPr lang="en-US"/>
          </a:p>
        </p:txBody>
      </p:sp>
      <p:sp>
        <p:nvSpPr>
          <p:cNvPr id="104" name="TitleText"/>
          <p:cNvSpPr/>
          <p:nvPr/>
        </p:nvSpPr>
        <p:spPr>
          <a:xfrm>
            <a:off x="402336" y="60960"/>
            <a:ext cx="11265408" cy="975360"/>
          </a:xfrm>
          <a:prstGeom prst="rect">
            <a:avLst/>
          </a:prstGeom>
          <a:noFill/>
          <a:ln w="0">
            <a:noFill/>
          </a:ln>
        </p:spPr>
        <p:txBody>
          <a:bodyPr wrap="square" lIns="0" tIns="0" rIns="0" bIns="0" rtlCol="0" anchor="ctr">
            <a:normAutofit/>
          </a:bodyPr>
          <a:lstStyle/>
          <a:p>
            <a:pPr marL="0" indent="0" algn="l">
              <a:buNone/>
            </a:pPr>
            <a:r>
              <a:rPr lang="en-US" sz="2800" b="1" dirty="0">
                <a:solidFill>
                  <a:srgbClr val="FFFFFF"/>
                </a:solidFill>
                <a:latin typeface="Garamond" pitchFamily="34" charset="0"/>
              </a:rPr>
              <a:t>Step 1: Analyze and Define</a:t>
            </a:r>
          </a:p>
        </p:txBody>
      </p:sp>
      <p:sp>
        <p:nvSpPr>
          <p:cNvPr id="105" name="FooterText"/>
          <p:cNvSpPr/>
          <p:nvPr/>
        </p:nvSpPr>
        <p:spPr>
          <a:xfrm>
            <a:off x="341376" y="6582720"/>
            <a:ext cx="9753600" cy="295280"/>
          </a:xfrm>
          <a:prstGeom prst="rect">
            <a:avLst/>
          </a:prstGeom>
          <a:noFill/>
          <a:ln w="0">
            <a:noFill/>
          </a:ln>
        </p:spPr>
        <p:txBody>
          <a:bodyPr wrap="square" lIns="0" tIns="0" rIns="0" bIns="0" rtlCol="0" anchor="ctr"/>
          <a:lstStyle/>
          <a:p>
            <a:pPr marL="0" indent="0" algn="l">
              <a:buNone/>
            </a:pPr>
            <a:r>
              <a:rPr lang="en-US" sz="1000" dirty="0">
                <a:solidFill>
                  <a:srgbClr val="027EB5"/>
                </a:solidFill>
                <a:latin typeface="Garamond" pitchFamily="34" charset="0"/>
              </a:rPr>
              <a:t>FIT1055: IT Professional Practice and Ethics  |  Week 7</a:t>
            </a:r>
          </a:p>
        </p:txBody>
      </p:sp>
      <p:sp>
        <p:nvSpPr>
          <p:cNvPr id="3" name="Subtitle 2">
            <a:extLst>
              <a:ext uri="{FF2B5EF4-FFF2-40B4-BE49-F238E27FC236}">
                <a16:creationId xmlns:a16="http://schemas.microsoft.com/office/drawing/2014/main" id="{DD6AED0F-6A14-D463-DCBA-7CCDAA604693}"/>
              </a:ext>
            </a:extLst>
          </p:cNvPr>
          <p:cNvSpPr>
            <a:spLocks noGrp="1"/>
          </p:cNvSpPr>
          <p:nvPr>
            <p:ph type="subTitle" idx="1"/>
          </p:nvPr>
        </p:nvSpPr>
        <p:spPr>
          <a:xfrm>
            <a:off x="1991544" y="2708920"/>
            <a:ext cx="9974560" cy="1913731"/>
          </a:xfrm>
        </p:spPr>
        <p:txBody>
          <a:bodyPr/>
          <a:lstStyle/>
          <a:p>
            <a:pPr algn="l"/>
            <a:endParaRPr lang="en-US" dirty="0"/>
          </a:p>
          <a:p>
            <a:pPr algn="l"/>
            <a:endParaRPr lang="en-US" dirty="0"/>
          </a:p>
        </p:txBody>
      </p:sp>
      <p:sp>
        <p:nvSpPr>
          <p:cNvPr id="6" name="Rectangle 5">
            <a:extLst>
              <a:ext uri="{FF2B5EF4-FFF2-40B4-BE49-F238E27FC236}">
                <a16:creationId xmlns:a16="http://schemas.microsoft.com/office/drawing/2014/main" id="{CCF067DD-1806-0DAA-99C0-BA686B503887}"/>
              </a:ext>
            </a:extLst>
          </p:cNvPr>
          <p:cNvSpPr/>
          <p:nvPr/>
        </p:nvSpPr>
        <p:spPr>
          <a:xfrm>
            <a:off x="780216" y="1517464"/>
            <a:ext cx="9649072" cy="3416320"/>
          </a:xfrm>
          <a:prstGeom prst="rect">
            <a:avLst/>
          </a:prstGeom>
        </p:spPr>
        <p:txBody>
          <a:bodyPr wrap="square">
            <a:normAutofit/>
          </a:bodyPr>
          <a:lstStyle/>
          <a:p>
            <a:r>
              <a:rPr lang="en-US" sz="2400" b="1" dirty="0">
                <a:highlight>
                  <a:srgbClr val="FFFFFF"/>
                </a:highlight>
                <a:latin typeface="Garamond" panose="02020404030301010803" pitchFamily="18" charset="0"/>
              </a:rPr>
              <a:t>1.5 Identify the stakeholders</a:t>
            </a:r>
          </a:p>
          <a:p>
            <a:r>
              <a:rPr lang="en-US" sz="2400" dirty="0">
                <a:highlight>
                  <a:srgbClr val="FFFFFF"/>
                </a:highlight>
                <a:latin typeface="Garamond" panose="02020404030301010803" pitchFamily="18" charset="0"/>
              </a:rPr>
              <a:t>Next, identify the stakeholders affected, which may be categorized as follows:</a:t>
            </a:r>
          </a:p>
          <a:p>
            <a:endParaRPr lang="en-US" sz="2400" dirty="0">
              <a:highlight>
                <a:srgbClr val="FFFFFF"/>
              </a:highlight>
              <a:latin typeface="Garamond" panose="02020404030301010803" pitchFamily="18" charset="0"/>
            </a:endParaRPr>
          </a:p>
          <a:p>
            <a:r>
              <a:rPr lang="en-US" sz="2400" b="1" dirty="0">
                <a:highlight>
                  <a:srgbClr val="FFFFFF"/>
                </a:highlight>
                <a:latin typeface="Garamond" panose="02020404030301010803" pitchFamily="18" charset="0"/>
              </a:rPr>
              <a:t>Primary Users</a:t>
            </a:r>
            <a:r>
              <a:rPr lang="en-US" sz="2400" dirty="0">
                <a:highlight>
                  <a:srgbClr val="FFFFFF"/>
                </a:highlight>
                <a:latin typeface="Garamond" panose="02020404030301010803" pitchFamily="18" charset="0"/>
              </a:rPr>
              <a:t>: Who directly interacts with the system? </a:t>
            </a:r>
          </a:p>
          <a:p>
            <a:r>
              <a:rPr lang="en-US" sz="2400" b="1" dirty="0">
                <a:highlight>
                  <a:srgbClr val="FFFFFF"/>
                </a:highlight>
                <a:latin typeface="Garamond" panose="02020404030301010803" pitchFamily="18" charset="0"/>
              </a:rPr>
              <a:t>Secondary Stakeholders</a:t>
            </a:r>
            <a:r>
              <a:rPr lang="en-US" sz="2400" dirty="0">
                <a:highlight>
                  <a:srgbClr val="FFFFFF"/>
                </a:highlight>
                <a:latin typeface="Garamond" panose="02020404030301010803" pitchFamily="18" charset="0"/>
              </a:rPr>
              <a:t>: Who is affected by system outcomes? </a:t>
            </a:r>
          </a:p>
          <a:p>
            <a:r>
              <a:rPr lang="en-US" sz="2400" b="1" dirty="0">
                <a:highlight>
                  <a:srgbClr val="FFFFFF"/>
                </a:highlight>
                <a:latin typeface="Garamond" panose="02020404030301010803" pitchFamily="18" charset="0"/>
              </a:rPr>
              <a:t>System Operators</a:t>
            </a:r>
            <a:r>
              <a:rPr lang="en-US" sz="2400" dirty="0">
                <a:highlight>
                  <a:srgbClr val="FFFFFF"/>
                </a:highlight>
                <a:latin typeface="Garamond" panose="02020404030301010803" pitchFamily="18" charset="0"/>
              </a:rPr>
              <a:t>: Who maintains and controls the system? </a:t>
            </a:r>
          </a:p>
          <a:p>
            <a:r>
              <a:rPr lang="en-US" sz="2400" b="1" dirty="0">
                <a:highlight>
                  <a:srgbClr val="FFFFFF"/>
                </a:highlight>
                <a:latin typeface="Garamond" panose="02020404030301010803" pitchFamily="18" charset="0"/>
              </a:rPr>
              <a:t>Broader Community</a:t>
            </a:r>
            <a:r>
              <a:rPr lang="en-US" sz="2400" dirty="0">
                <a:highlight>
                  <a:srgbClr val="FFFFFF"/>
                </a:highlight>
                <a:latin typeface="Garamond" panose="02020404030301010803" pitchFamily="18" charset="0"/>
              </a:rPr>
              <a:t>: What are the societal implications? </a:t>
            </a:r>
          </a:p>
          <a:p>
            <a:endParaRPr lang="en-US" sz="2400" b="1" dirty="0">
              <a:latin typeface="Garamond" panose="02020404030301010803" pitchFamily="18" charset="0"/>
            </a:endParaRPr>
          </a:p>
          <a:p>
            <a:endParaRPr lang="en-US" sz="2400" dirty="0">
              <a:highlight>
                <a:srgbClr val="FFFFFF"/>
              </a:highlight>
              <a:latin typeface="Garamond" panose="02020404030301010803"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101" name="HeaderBar"/>
          <p:cNvSpPr/>
          <p:nvPr/>
        </p:nvSpPr>
        <p:spPr>
          <a:xfrm>
            <a:off x="0" y="0"/>
            <a:ext cx="12192000" cy="1036320"/>
          </a:xfrm>
          <a:prstGeom prst="rect">
            <a:avLst/>
          </a:prstGeom>
          <a:solidFill>
            <a:srgbClr val="002B5C"/>
          </a:solidFill>
          <a:ln w="0">
            <a:noFill/>
          </a:ln>
        </p:spPr>
        <p:txBody>
          <a:bodyPr/>
          <a:lstStyle/>
          <a:p>
            <a:endParaRPr lang="en-US"/>
          </a:p>
        </p:txBody>
      </p:sp>
      <p:sp>
        <p:nvSpPr>
          <p:cNvPr id="102" name="LeftBar"/>
          <p:cNvSpPr/>
          <p:nvPr/>
        </p:nvSpPr>
        <p:spPr>
          <a:xfrm>
            <a:off x="0" y="0"/>
            <a:ext cx="182880" cy="6858000"/>
          </a:xfrm>
          <a:prstGeom prst="rect">
            <a:avLst/>
          </a:prstGeom>
          <a:solidFill>
            <a:srgbClr val="006DAE"/>
          </a:solidFill>
          <a:ln w="0">
            <a:noFill/>
          </a:ln>
        </p:spPr>
        <p:txBody>
          <a:bodyPr/>
          <a:lstStyle/>
          <a:p>
            <a:endParaRPr lang="en-US"/>
          </a:p>
        </p:txBody>
      </p:sp>
      <p:sp>
        <p:nvSpPr>
          <p:cNvPr id="103" name="FooterBar"/>
          <p:cNvSpPr/>
          <p:nvPr/>
        </p:nvSpPr>
        <p:spPr>
          <a:xfrm>
            <a:off x="0" y="6522720"/>
            <a:ext cx="12192000" cy="335280"/>
          </a:xfrm>
          <a:prstGeom prst="rect">
            <a:avLst/>
          </a:prstGeom>
          <a:solidFill>
            <a:srgbClr val="F5F5F5"/>
          </a:solidFill>
          <a:ln w="0">
            <a:noFill/>
          </a:ln>
        </p:spPr>
        <p:txBody>
          <a:bodyPr/>
          <a:lstStyle/>
          <a:p>
            <a:endParaRPr lang="en-US"/>
          </a:p>
        </p:txBody>
      </p:sp>
      <p:sp>
        <p:nvSpPr>
          <p:cNvPr id="104" name="TitleText"/>
          <p:cNvSpPr/>
          <p:nvPr/>
        </p:nvSpPr>
        <p:spPr>
          <a:xfrm>
            <a:off x="402336" y="60960"/>
            <a:ext cx="11265408" cy="975360"/>
          </a:xfrm>
          <a:prstGeom prst="rect">
            <a:avLst/>
          </a:prstGeom>
          <a:noFill/>
          <a:ln w="0">
            <a:noFill/>
          </a:ln>
        </p:spPr>
        <p:txBody>
          <a:bodyPr wrap="square" lIns="0" tIns="0" rIns="0" bIns="0" rtlCol="0" anchor="ctr">
            <a:normAutofit/>
          </a:bodyPr>
          <a:lstStyle/>
          <a:p>
            <a:pPr marL="0" indent="0" algn="l">
              <a:buNone/>
            </a:pPr>
            <a:r>
              <a:rPr lang="en-US" sz="2800" b="1" dirty="0">
                <a:solidFill>
                  <a:srgbClr val="FFFFFF"/>
                </a:solidFill>
                <a:latin typeface="Garamond" pitchFamily="34" charset="0"/>
              </a:rPr>
              <a:t>Step 1: Analyze and Define</a:t>
            </a:r>
          </a:p>
        </p:txBody>
      </p:sp>
      <p:sp>
        <p:nvSpPr>
          <p:cNvPr id="105" name="FooterText"/>
          <p:cNvSpPr/>
          <p:nvPr/>
        </p:nvSpPr>
        <p:spPr>
          <a:xfrm>
            <a:off x="341376" y="6582720"/>
            <a:ext cx="9753600" cy="295280"/>
          </a:xfrm>
          <a:prstGeom prst="rect">
            <a:avLst/>
          </a:prstGeom>
          <a:noFill/>
          <a:ln w="0">
            <a:noFill/>
          </a:ln>
        </p:spPr>
        <p:txBody>
          <a:bodyPr wrap="square" lIns="0" tIns="0" rIns="0" bIns="0" rtlCol="0" anchor="ctr"/>
          <a:lstStyle/>
          <a:p>
            <a:pPr marL="0" indent="0" algn="l">
              <a:buNone/>
            </a:pPr>
            <a:r>
              <a:rPr lang="en-US" sz="1000" dirty="0">
                <a:solidFill>
                  <a:srgbClr val="027EB5"/>
                </a:solidFill>
                <a:latin typeface="Garamond" pitchFamily="34" charset="0"/>
              </a:rPr>
              <a:t>FIT1055: IT Professional Practice and Ethics  |  Week 7</a:t>
            </a:r>
          </a:p>
        </p:txBody>
      </p:sp>
      <p:sp>
        <p:nvSpPr>
          <p:cNvPr id="3" name="Subtitle 2">
            <a:extLst>
              <a:ext uri="{FF2B5EF4-FFF2-40B4-BE49-F238E27FC236}">
                <a16:creationId xmlns:a16="http://schemas.microsoft.com/office/drawing/2014/main" id="{10F27E13-C270-200F-30EC-4E4EDE99EA57}"/>
              </a:ext>
            </a:extLst>
          </p:cNvPr>
          <p:cNvSpPr>
            <a:spLocks noGrp="1"/>
          </p:cNvSpPr>
          <p:nvPr>
            <p:ph type="subTitle" idx="1"/>
          </p:nvPr>
        </p:nvSpPr>
        <p:spPr>
          <a:xfrm>
            <a:off x="1991544" y="2708920"/>
            <a:ext cx="9974560" cy="1913731"/>
          </a:xfrm>
        </p:spPr>
        <p:txBody>
          <a:bodyPr/>
          <a:lstStyle/>
          <a:p>
            <a:pPr algn="l"/>
            <a:endParaRPr lang="en-US" dirty="0"/>
          </a:p>
          <a:p>
            <a:pPr algn="l"/>
            <a:endParaRPr lang="en-US" dirty="0"/>
          </a:p>
        </p:txBody>
      </p:sp>
      <p:sp>
        <p:nvSpPr>
          <p:cNvPr id="6" name="Rectangle 5">
            <a:extLst>
              <a:ext uri="{FF2B5EF4-FFF2-40B4-BE49-F238E27FC236}">
                <a16:creationId xmlns:a16="http://schemas.microsoft.com/office/drawing/2014/main" id="{6CB36198-5165-AC06-112D-AB83D44619D6}"/>
              </a:ext>
            </a:extLst>
          </p:cNvPr>
          <p:cNvSpPr/>
          <p:nvPr/>
        </p:nvSpPr>
        <p:spPr>
          <a:xfrm>
            <a:off x="780216" y="1517464"/>
            <a:ext cx="9649072" cy="4154984"/>
          </a:xfrm>
          <a:prstGeom prst="rect">
            <a:avLst/>
          </a:prstGeom>
        </p:spPr>
        <p:txBody>
          <a:bodyPr wrap="square">
            <a:normAutofit/>
          </a:bodyPr>
          <a:lstStyle/>
          <a:p>
            <a:r>
              <a:rPr lang="en-US" sz="2400" b="1" dirty="0">
                <a:highlight>
                  <a:srgbClr val="FFFFFF"/>
                </a:highlight>
                <a:latin typeface="Garamond" panose="02020404030301010803" pitchFamily="18" charset="0"/>
              </a:rPr>
              <a:t>1.6 Stakeholders</a:t>
            </a:r>
            <a:r>
              <a:rPr lang="en-US" sz="2400" b="1" dirty="0">
                <a:latin typeface="Garamond" panose="02020404030301010803" pitchFamily="18" charset="0"/>
              </a:rPr>
              <a:t>'</a:t>
            </a:r>
            <a:r>
              <a:rPr lang="en-US" sz="2400" b="1" dirty="0">
                <a:highlight>
                  <a:srgbClr val="FFFFFF"/>
                </a:highlight>
                <a:latin typeface="Garamond" panose="02020404030301010803" pitchFamily="18" charset="0"/>
              </a:rPr>
              <a:t> impact analysis</a:t>
            </a:r>
          </a:p>
          <a:p>
            <a:endParaRPr lang="en-US" sz="2400" b="1" dirty="0">
              <a:highlight>
                <a:srgbClr val="FFFFFF"/>
              </a:highlight>
              <a:latin typeface="Garamond" panose="02020404030301010803" pitchFamily="18" charset="0"/>
            </a:endParaRPr>
          </a:p>
          <a:p>
            <a:r>
              <a:rPr lang="en-US" sz="2400" b="1" dirty="0">
                <a:highlight>
                  <a:srgbClr val="FFFFFF"/>
                </a:highlight>
                <a:latin typeface="Garamond" panose="02020404030301010803" pitchFamily="18" charset="0"/>
              </a:rPr>
              <a:t>Affected Party Identification</a:t>
            </a:r>
            <a:r>
              <a:rPr lang="en-US" sz="2400" dirty="0">
                <a:highlight>
                  <a:srgbClr val="FFFFFF"/>
                </a:highlight>
                <a:latin typeface="Garamond" panose="02020404030301010803" pitchFamily="18" charset="0"/>
              </a:rPr>
              <a:t>: Who experiences consequences from each categorized violation?</a:t>
            </a:r>
          </a:p>
          <a:p>
            <a:r>
              <a:rPr lang="en-US" sz="2400" b="1" dirty="0">
                <a:highlight>
                  <a:srgbClr val="FFFFFF"/>
                </a:highlight>
                <a:latin typeface="Garamond" panose="02020404030301010803" pitchFamily="18" charset="0"/>
              </a:rPr>
              <a:t>Impact Characterization</a:t>
            </a:r>
            <a:r>
              <a:rPr lang="en-US" sz="2400" dirty="0">
                <a:highlight>
                  <a:srgbClr val="FFFFFF"/>
                </a:highlight>
                <a:latin typeface="Garamond" panose="02020404030301010803" pitchFamily="18" charset="0"/>
              </a:rPr>
              <a:t>: How does each theme affect different stakeholder groups?</a:t>
            </a:r>
          </a:p>
          <a:p>
            <a:r>
              <a:rPr lang="en-US" sz="2400" b="1" dirty="0">
                <a:highlight>
                  <a:srgbClr val="FFFFFF"/>
                </a:highlight>
                <a:latin typeface="Garamond" panose="02020404030301010803" pitchFamily="18" charset="0"/>
              </a:rPr>
              <a:t>Severity Assessment</a:t>
            </a:r>
            <a:r>
              <a:rPr lang="en-US" sz="2400" dirty="0">
                <a:highlight>
                  <a:srgbClr val="FFFFFF"/>
                </a:highlight>
                <a:latin typeface="Garamond" panose="02020404030301010803" pitchFamily="18" charset="0"/>
              </a:rPr>
              <a:t>: What makes these impacts ethically significant?</a:t>
            </a:r>
          </a:p>
          <a:p>
            <a:endParaRPr lang="en-US" sz="2400" b="1" dirty="0">
              <a:highlight>
                <a:srgbClr val="FFFFFF"/>
              </a:highlight>
              <a:latin typeface="Garamond" panose="02020404030301010803" pitchFamily="18" charset="0"/>
            </a:endParaRPr>
          </a:p>
          <a:p>
            <a:r>
              <a:rPr lang="en-US" sz="2400" dirty="0">
                <a:solidFill>
                  <a:srgbClr val="0070C0"/>
                </a:solidFill>
                <a:latin typeface="Garamond" panose="02020404030301010803" pitchFamily="18" charset="0"/>
              </a:rPr>
              <a:t>Step 1 Output: Documented ethical violations mapped to ACM Code sections with comprehensive stakeholder impact analysis</a:t>
            </a:r>
          </a:p>
          <a:p>
            <a:r>
              <a:rPr lang="en-US" sz="2400" dirty="0">
                <a:solidFill>
                  <a:srgbClr val="0070C0"/>
                </a:solidFill>
                <a:highlight>
                  <a:srgbClr val="FFFFFF"/>
                </a:highlight>
                <a:latin typeface="Garamond" panose="02020404030301010803" pitchFamily="18" charset="0"/>
              </a:rPr>
              <a:t>(we had a glimpse into this in Applied Session Week 6)</a:t>
            </a:r>
          </a:p>
          <a:p>
            <a:endParaRPr lang="en-US" sz="2400" dirty="0">
              <a:highlight>
                <a:srgbClr val="FFFFFF"/>
              </a:highlight>
              <a:latin typeface="Garamond" panose="02020404030301010803"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101" name="HeaderBar"/>
          <p:cNvSpPr/>
          <p:nvPr/>
        </p:nvSpPr>
        <p:spPr>
          <a:xfrm>
            <a:off x="0" y="0"/>
            <a:ext cx="12192000" cy="1036320"/>
          </a:xfrm>
          <a:prstGeom prst="rect">
            <a:avLst/>
          </a:prstGeom>
          <a:solidFill>
            <a:srgbClr val="002B5C"/>
          </a:solidFill>
          <a:ln w="0">
            <a:noFill/>
          </a:ln>
        </p:spPr>
        <p:txBody>
          <a:bodyPr/>
          <a:lstStyle/>
          <a:p>
            <a:endParaRPr lang="en-US"/>
          </a:p>
        </p:txBody>
      </p:sp>
      <p:sp>
        <p:nvSpPr>
          <p:cNvPr id="102" name="LeftBar"/>
          <p:cNvSpPr/>
          <p:nvPr/>
        </p:nvSpPr>
        <p:spPr>
          <a:xfrm>
            <a:off x="0" y="0"/>
            <a:ext cx="182880" cy="6858000"/>
          </a:xfrm>
          <a:prstGeom prst="rect">
            <a:avLst/>
          </a:prstGeom>
          <a:solidFill>
            <a:srgbClr val="006DAE"/>
          </a:solidFill>
          <a:ln w="0">
            <a:noFill/>
          </a:ln>
        </p:spPr>
        <p:txBody>
          <a:bodyPr/>
          <a:lstStyle/>
          <a:p>
            <a:endParaRPr lang="en-US"/>
          </a:p>
        </p:txBody>
      </p:sp>
      <p:sp>
        <p:nvSpPr>
          <p:cNvPr id="103" name="FooterBar"/>
          <p:cNvSpPr/>
          <p:nvPr/>
        </p:nvSpPr>
        <p:spPr>
          <a:xfrm>
            <a:off x="0" y="6522720"/>
            <a:ext cx="12192000" cy="335280"/>
          </a:xfrm>
          <a:prstGeom prst="rect">
            <a:avLst/>
          </a:prstGeom>
          <a:solidFill>
            <a:srgbClr val="F5F5F5"/>
          </a:solidFill>
          <a:ln w="0">
            <a:noFill/>
          </a:ln>
        </p:spPr>
        <p:txBody>
          <a:bodyPr/>
          <a:lstStyle/>
          <a:p>
            <a:endParaRPr lang="en-US"/>
          </a:p>
        </p:txBody>
      </p:sp>
      <p:sp>
        <p:nvSpPr>
          <p:cNvPr id="104" name="TitleText"/>
          <p:cNvSpPr/>
          <p:nvPr/>
        </p:nvSpPr>
        <p:spPr>
          <a:xfrm>
            <a:off x="402336" y="60960"/>
            <a:ext cx="11265408" cy="975360"/>
          </a:xfrm>
          <a:prstGeom prst="rect">
            <a:avLst/>
          </a:prstGeom>
          <a:noFill/>
          <a:ln w="0">
            <a:noFill/>
          </a:ln>
        </p:spPr>
        <p:txBody>
          <a:bodyPr wrap="square" lIns="0" tIns="0" rIns="0" bIns="0" rtlCol="0" anchor="ctr">
            <a:normAutofit/>
          </a:bodyPr>
          <a:lstStyle/>
          <a:p>
            <a:pPr marL="0" indent="0" algn="l">
              <a:buNone/>
            </a:pPr>
            <a:r>
              <a:rPr lang="en-US" sz="2800" b="1" dirty="0">
                <a:solidFill>
                  <a:srgbClr val="FFFFFF"/>
                </a:solidFill>
                <a:latin typeface="Garamond" pitchFamily="34" charset="0"/>
              </a:rPr>
              <a:t>Step 2 – Design Solutions Using Design Thinking</a:t>
            </a:r>
          </a:p>
        </p:txBody>
      </p:sp>
      <p:sp>
        <p:nvSpPr>
          <p:cNvPr id="105" name="FooterText"/>
          <p:cNvSpPr/>
          <p:nvPr/>
        </p:nvSpPr>
        <p:spPr>
          <a:xfrm>
            <a:off x="341376" y="6582720"/>
            <a:ext cx="9753600" cy="295280"/>
          </a:xfrm>
          <a:prstGeom prst="rect">
            <a:avLst/>
          </a:prstGeom>
          <a:noFill/>
          <a:ln w="0">
            <a:noFill/>
          </a:ln>
        </p:spPr>
        <p:txBody>
          <a:bodyPr wrap="square" lIns="0" tIns="0" rIns="0" bIns="0" rtlCol="0" anchor="ctr"/>
          <a:lstStyle/>
          <a:p>
            <a:pPr marL="0" indent="0" algn="l">
              <a:buNone/>
            </a:pPr>
            <a:r>
              <a:rPr lang="en-US" sz="1000" dirty="0">
                <a:solidFill>
                  <a:srgbClr val="027EB5"/>
                </a:solidFill>
                <a:latin typeface="Garamond" pitchFamily="34" charset="0"/>
              </a:rPr>
              <a:t>FIT1055: IT Professional Practice and Ethics  |  Week 7</a:t>
            </a:r>
          </a:p>
        </p:txBody>
      </p:sp>
      <p:sp>
        <p:nvSpPr>
          <p:cNvPr id="3" name="Subtitle 2">
            <a:extLst>
              <a:ext uri="{FF2B5EF4-FFF2-40B4-BE49-F238E27FC236}">
                <a16:creationId xmlns:a16="http://schemas.microsoft.com/office/drawing/2014/main" id="{CD9406CA-3B41-87E8-EABA-CA37178FE445}"/>
              </a:ext>
            </a:extLst>
          </p:cNvPr>
          <p:cNvSpPr>
            <a:spLocks noGrp="1"/>
          </p:cNvSpPr>
          <p:nvPr>
            <p:ph type="subTitle" idx="1"/>
          </p:nvPr>
        </p:nvSpPr>
        <p:spPr>
          <a:xfrm>
            <a:off x="914400" y="1815441"/>
            <a:ext cx="9974560" cy="1913731"/>
          </a:xfrm>
        </p:spPr>
        <p:txBody>
          <a:bodyPr/>
          <a:lstStyle/>
          <a:p>
            <a:pPr algn="l"/>
            <a:endParaRPr lang="en-US" dirty="0"/>
          </a:p>
          <a:p>
            <a:pPr algn="l"/>
            <a:endParaRPr lang="en-US" dirty="0"/>
          </a:p>
        </p:txBody>
      </p:sp>
      <p:sp>
        <p:nvSpPr>
          <p:cNvPr id="6" name="Rectangle 5">
            <a:extLst>
              <a:ext uri="{FF2B5EF4-FFF2-40B4-BE49-F238E27FC236}">
                <a16:creationId xmlns:a16="http://schemas.microsoft.com/office/drawing/2014/main" id="{30B8BD49-F1BE-E62A-3BB8-C922ADE4125C}"/>
              </a:ext>
            </a:extLst>
          </p:cNvPr>
          <p:cNvSpPr/>
          <p:nvPr/>
        </p:nvSpPr>
        <p:spPr>
          <a:xfrm>
            <a:off x="914400" y="1748654"/>
            <a:ext cx="9649072" cy="1938992"/>
          </a:xfrm>
          <a:prstGeom prst="rect">
            <a:avLst/>
          </a:prstGeom>
        </p:spPr>
        <p:txBody>
          <a:bodyPr wrap="square">
            <a:normAutofit/>
          </a:bodyPr>
          <a:lstStyle/>
          <a:p>
            <a:r>
              <a:rPr lang="en-US" sz="2400" b="1" dirty="0">
                <a:highlight>
                  <a:srgbClr val="FFFFFF"/>
                </a:highlight>
                <a:latin typeface="Garamond" panose="02020404030301010803" pitchFamily="18" charset="0"/>
              </a:rPr>
              <a:t>Why Design Thinking?</a:t>
            </a:r>
          </a:p>
          <a:p>
            <a:endParaRPr lang="en-US" sz="2400" b="1" dirty="0">
              <a:highlight>
                <a:srgbClr val="FFFFFF"/>
              </a:highlight>
              <a:latin typeface="Garamond" panose="02020404030301010803" pitchFamily="18" charset="0"/>
            </a:endParaRPr>
          </a:p>
          <a:p>
            <a:r>
              <a:rPr lang="en-US" sz="2400" b="1" dirty="0">
                <a:highlight>
                  <a:srgbClr val="FFFFFF"/>
                </a:highlight>
                <a:latin typeface="Garamond" panose="02020404030301010803" pitchFamily="18" charset="0"/>
              </a:rPr>
              <a:t>Traditional CS Approach:</a:t>
            </a:r>
            <a:r>
              <a:rPr lang="en-US" sz="2400" dirty="0">
                <a:highlight>
                  <a:srgbClr val="FFFFFF"/>
                </a:highlight>
                <a:latin typeface="Garamond" panose="02020404030301010803" pitchFamily="18" charset="0"/>
              </a:rPr>
              <a:t> "How do we build this feature?"</a:t>
            </a:r>
            <a:br>
              <a:rPr lang="en-US" sz="2400" dirty="0">
                <a:highlight>
                  <a:srgbClr val="FFFFFF"/>
                </a:highlight>
                <a:latin typeface="Garamond" panose="02020404030301010803" pitchFamily="18" charset="0"/>
              </a:rPr>
            </a:br>
            <a:r>
              <a:rPr lang="en-US" sz="2400" b="1" dirty="0">
                <a:highlight>
                  <a:srgbClr val="FFFFFF"/>
                </a:highlight>
                <a:latin typeface="Garamond" panose="02020404030301010803" pitchFamily="18" charset="0"/>
              </a:rPr>
              <a:t>Ethical Design Approach:</a:t>
            </a:r>
            <a:r>
              <a:rPr lang="en-US" sz="2400" dirty="0">
                <a:highlight>
                  <a:srgbClr val="FFFFFF"/>
                </a:highlight>
                <a:latin typeface="Garamond" panose="02020404030301010803" pitchFamily="18" charset="0"/>
              </a:rPr>
              <a:t> "What should we build and for whom?"</a:t>
            </a:r>
          </a:p>
          <a:p>
            <a:r>
              <a:rPr lang="en-US" sz="2400" dirty="0">
                <a:highlight>
                  <a:srgbClr val="FFFFFF"/>
                </a:highlight>
                <a:latin typeface="Garamond" panose="02020404030301010803" pitchFamily="18" charset="0"/>
              </a:rPr>
              <a:t>This shift transforms from code writers to responsible problem solvers.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101" name="HeaderBar"/>
          <p:cNvSpPr/>
          <p:nvPr/>
        </p:nvSpPr>
        <p:spPr>
          <a:xfrm>
            <a:off x="0" y="0"/>
            <a:ext cx="12192000" cy="1036320"/>
          </a:xfrm>
          <a:prstGeom prst="rect">
            <a:avLst/>
          </a:prstGeom>
          <a:solidFill>
            <a:srgbClr val="002B5C"/>
          </a:solidFill>
          <a:ln w="0">
            <a:noFill/>
          </a:ln>
        </p:spPr>
        <p:txBody>
          <a:bodyPr/>
          <a:lstStyle/>
          <a:p>
            <a:endParaRPr lang="en-US"/>
          </a:p>
        </p:txBody>
      </p:sp>
      <p:sp>
        <p:nvSpPr>
          <p:cNvPr id="102" name="LeftBar"/>
          <p:cNvSpPr/>
          <p:nvPr/>
        </p:nvSpPr>
        <p:spPr>
          <a:xfrm>
            <a:off x="0" y="0"/>
            <a:ext cx="182880" cy="6858000"/>
          </a:xfrm>
          <a:prstGeom prst="rect">
            <a:avLst/>
          </a:prstGeom>
          <a:solidFill>
            <a:srgbClr val="006DAE"/>
          </a:solidFill>
          <a:ln w="0">
            <a:noFill/>
          </a:ln>
        </p:spPr>
        <p:txBody>
          <a:bodyPr/>
          <a:lstStyle/>
          <a:p>
            <a:endParaRPr lang="en-US"/>
          </a:p>
        </p:txBody>
      </p:sp>
      <p:sp>
        <p:nvSpPr>
          <p:cNvPr id="103" name="FooterBar"/>
          <p:cNvSpPr/>
          <p:nvPr/>
        </p:nvSpPr>
        <p:spPr>
          <a:xfrm>
            <a:off x="0" y="6522720"/>
            <a:ext cx="12192000" cy="335280"/>
          </a:xfrm>
          <a:prstGeom prst="rect">
            <a:avLst/>
          </a:prstGeom>
          <a:solidFill>
            <a:srgbClr val="F5F5F5"/>
          </a:solidFill>
          <a:ln w="0">
            <a:noFill/>
          </a:ln>
        </p:spPr>
        <p:txBody>
          <a:bodyPr/>
          <a:lstStyle/>
          <a:p>
            <a:endParaRPr lang="en-US"/>
          </a:p>
        </p:txBody>
      </p:sp>
      <p:sp>
        <p:nvSpPr>
          <p:cNvPr id="104" name="TitleText"/>
          <p:cNvSpPr/>
          <p:nvPr/>
        </p:nvSpPr>
        <p:spPr>
          <a:xfrm>
            <a:off x="402336" y="60960"/>
            <a:ext cx="11265408" cy="975360"/>
          </a:xfrm>
          <a:prstGeom prst="rect">
            <a:avLst/>
          </a:prstGeom>
          <a:noFill/>
          <a:ln w="0">
            <a:noFill/>
          </a:ln>
        </p:spPr>
        <p:txBody>
          <a:bodyPr wrap="square" lIns="0" tIns="0" rIns="0" bIns="0" rtlCol="0" anchor="ctr">
            <a:normAutofit/>
          </a:bodyPr>
          <a:lstStyle/>
          <a:p>
            <a:pPr marL="0" indent="0" algn="l">
              <a:buNone/>
            </a:pPr>
            <a:r>
              <a:rPr lang="en-US" sz="2800" b="1" dirty="0">
                <a:solidFill>
                  <a:srgbClr val="FFFFFF"/>
                </a:solidFill>
                <a:latin typeface="Garamond" pitchFamily="34" charset="0"/>
              </a:rPr>
              <a:t>Step 2 – Design Solutions Using Design Thinking</a:t>
            </a:r>
          </a:p>
        </p:txBody>
      </p:sp>
      <p:sp>
        <p:nvSpPr>
          <p:cNvPr id="105" name="FooterText"/>
          <p:cNvSpPr/>
          <p:nvPr/>
        </p:nvSpPr>
        <p:spPr>
          <a:xfrm>
            <a:off x="341376" y="6582720"/>
            <a:ext cx="9753600" cy="295280"/>
          </a:xfrm>
          <a:prstGeom prst="rect">
            <a:avLst/>
          </a:prstGeom>
          <a:noFill/>
          <a:ln w="0">
            <a:noFill/>
          </a:ln>
        </p:spPr>
        <p:txBody>
          <a:bodyPr wrap="square" lIns="0" tIns="0" rIns="0" bIns="0" rtlCol="0" anchor="ctr"/>
          <a:lstStyle/>
          <a:p>
            <a:pPr marL="0" indent="0" algn="l">
              <a:buNone/>
            </a:pPr>
            <a:r>
              <a:rPr lang="en-US" sz="1000" dirty="0">
                <a:solidFill>
                  <a:srgbClr val="027EB5"/>
                </a:solidFill>
                <a:latin typeface="Garamond" pitchFamily="34" charset="0"/>
              </a:rPr>
              <a:t>FIT1055: IT Professional Practice and Ethics  |  Week 7</a:t>
            </a:r>
          </a:p>
        </p:txBody>
      </p:sp>
      <p:sp>
        <p:nvSpPr>
          <p:cNvPr id="3" name="Subtitle 2">
            <a:extLst>
              <a:ext uri="{FF2B5EF4-FFF2-40B4-BE49-F238E27FC236}">
                <a16:creationId xmlns:a16="http://schemas.microsoft.com/office/drawing/2014/main" id="{0A2503D0-CB59-63A0-F432-CACD3E40ECD0}"/>
              </a:ext>
            </a:extLst>
          </p:cNvPr>
          <p:cNvSpPr>
            <a:spLocks noGrp="1"/>
          </p:cNvSpPr>
          <p:nvPr>
            <p:ph type="subTitle" idx="1"/>
          </p:nvPr>
        </p:nvSpPr>
        <p:spPr>
          <a:xfrm>
            <a:off x="914400" y="1815441"/>
            <a:ext cx="9974560" cy="1913731"/>
          </a:xfrm>
        </p:spPr>
        <p:txBody>
          <a:bodyPr/>
          <a:lstStyle/>
          <a:p>
            <a:pPr algn="l"/>
            <a:endParaRPr lang="en-US" dirty="0"/>
          </a:p>
          <a:p>
            <a:pPr algn="l"/>
            <a:endParaRPr lang="en-US" dirty="0"/>
          </a:p>
        </p:txBody>
      </p:sp>
      <p:sp>
        <p:nvSpPr>
          <p:cNvPr id="6" name="Rectangle 5">
            <a:extLst>
              <a:ext uri="{FF2B5EF4-FFF2-40B4-BE49-F238E27FC236}">
                <a16:creationId xmlns:a16="http://schemas.microsoft.com/office/drawing/2014/main" id="{2F8BAB38-8926-3E20-A47B-67E1A94B1DF2}"/>
              </a:ext>
            </a:extLst>
          </p:cNvPr>
          <p:cNvSpPr/>
          <p:nvPr/>
        </p:nvSpPr>
        <p:spPr>
          <a:xfrm>
            <a:off x="914400" y="1748654"/>
            <a:ext cx="9649072" cy="4154984"/>
          </a:xfrm>
          <a:prstGeom prst="rect">
            <a:avLst/>
          </a:prstGeom>
        </p:spPr>
        <p:txBody>
          <a:bodyPr wrap="square">
            <a:normAutofit/>
          </a:bodyPr>
          <a:lstStyle/>
          <a:p>
            <a:r>
              <a:rPr lang="en-US" sz="2400" b="1" dirty="0">
                <a:highlight>
                  <a:srgbClr val="FFFFFF"/>
                </a:highlight>
                <a:latin typeface="Garamond" panose="02020404030301010803" pitchFamily="18" charset="0"/>
              </a:rPr>
              <a:t>2.1 Empathize - Understanding ALL Stakeholders</a:t>
            </a:r>
          </a:p>
          <a:p>
            <a:endParaRPr lang="en-US" sz="2400" b="1" dirty="0">
              <a:highlight>
                <a:srgbClr val="FFFFFF"/>
              </a:highlight>
              <a:latin typeface="Garamond" panose="02020404030301010803" pitchFamily="18" charset="0"/>
            </a:endParaRPr>
          </a:p>
          <a:p>
            <a:r>
              <a:rPr lang="en-US" sz="2400" b="1" dirty="0">
                <a:highlight>
                  <a:srgbClr val="FFFFFF"/>
                </a:highlight>
                <a:latin typeface="Garamond" panose="02020404030301010803" pitchFamily="18" charset="0"/>
              </a:rPr>
              <a:t>Input:</a:t>
            </a:r>
            <a:r>
              <a:rPr lang="en-US" sz="2400" dirty="0">
                <a:highlight>
                  <a:srgbClr val="FFFFFF"/>
                </a:highlight>
                <a:latin typeface="Garamond" panose="02020404030301010803" pitchFamily="18" charset="0"/>
              </a:rPr>
              <a:t> Use stakeholder analysis from Step 1.6</a:t>
            </a:r>
          </a:p>
          <a:p>
            <a:endParaRPr lang="en-US" sz="2400" dirty="0">
              <a:highlight>
                <a:srgbClr val="FFFFFF"/>
              </a:highlight>
              <a:latin typeface="Garamond" panose="02020404030301010803" pitchFamily="18" charset="0"/>
            </a:endParaRPr>
          </a:p>
          <a:p>
            <a:r>
              <a:rPr lang="en-US" sz="2400" b="1" dirty="0">
                <a:highlight>
                  <a:srgbClr val="FFFFFF"/>
                </a:highlight>
                <a:latin typeface="Garamond" panose="02020404030301010803" pitchFamily="18" charset="0"/>
              </a:rPr>
              <a:t>Process:</a:t>
            </a:r>
            <a:endParaRPr lang="en-US" sz="2400" dirty="0">
              <a:highlight>
                <a:srgbClr val="FFFFFF"/>
              </a:highlight>
              <a:latin typeface="Garamond" panose="02020404030301010803" pitchFamily="18" charset="0"/>
            </a:endParaRPr>
          </a:p>
          <a:p>
            <a:r>
              <a:rPr lang="en-US" sz="2400" dirty="0">
                <a:highlight>
                  <a:srgbClr val="FFFFFF"/>
                </a:highlight>
                <a:latin typeface="Garamond" panose="02020404030301010803" pitchFamily="18" charset="0"/>
              </a:rPr>
              <a:t>Review each stakeholder group identified in Step 1.5</a:t>
            </a:r>
          </a:p>
          <a:p>
            <a:r>
              <a:rPr lang="en-US" sz="2400" dirty="0">
                <a:highlight>
                  <a:srgbClr val="FFFFFF"/>
                </a:highlight>
                <a:latin typeface="Garamond" panose="02020404030301010803" pitchFamily="18" charset="0"/>
              </a:rPr>
              <a:t>Consider their specific needs, constraints, and concerns</a:t>
            </a:r>
          </a:p>
          <a:p>
            <a:r>
              <a:rPr lang="en-US" sz="2400" dirty="0">
                <a:highlight>
                  <a:srgbClr val="FFFFFF"/>
                </a:highlight>
                <a:latin typeface="Garamond" panose="02020404030301010803" pitchFamily="18" charset="0"/>
              </a:rPr>
              <a:t>Understand power dynamics and vulnerabilities</a:t>
            </a:r>
          </a:p>
          <a:p>
            <a:endParaRPr lang="en-US" sz="2400" dirty="0">
              <a:highlight>
                <a:srgbClr val="FFFFFF"/>
              </a:highlight>
              <a:latin typeface="Garamond" panose="02020404030301010803" pitchFamily="18" charset="0"/>
            </a:endParaRPr>
          </a:p>
          <a:p>
            <a:r>
              <a:rPr lang="en-US" sz="2400" b="1" dirty="0">
                <a:highlight>
                  <a:srgbClr val="FFFFFF"/>
                </a:highlight>
                <a:latin typeface="Garamond" panose="02020404030301010803" pitchFamily="18" charset="0"/>
              </a:rPr>
              <a:t>CS Connection:</a:t>
            </a:r>
            <a:r>
              <a:rPr lang="en-US" sz="2400" dirty="0">
                <a:highlight>
                  <a:srgbClr val="FFFFFF"/>
                </a:highlight>
                <a:latin typeface="Garamond" panose="02020404030301010803" pitchFamily="18" charset="0"/>
              </a:rPr>
              <a:t> Like analyzing user requirements, but expanded to include ALL affected parties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101" name="HeaderBar"/>
          <p:cNvSpPr/>
          <p:nvPr/>
        </p:nvSpPr>
        <p:spPr>
          <a:xfrm>
            <a:off x="0" y="0"/>
            <a:ext cx="12192000" cy="1036320"/>
          </a:xfrm>
          <a:prstGeom prst="rect">
            <a:avLst/>
          </a:prstGeom>
          <a:solidFill>
            <a:srgbClr val="002B5C"/>
          </a:solidFill>
          <a:ln w="0">
            <a:noFill/>
          </a:ln>
        </p:spPr>
        <p:txBody>
          <a:bodyPr/>
          <a:lstStyle/>
          <a:p>
            <a:endParaRPr lang="en-US"/>
          </a:p>
        </p:txBody>
      </p:sp>
      <p:sp>
        <p:nvSpPr>
          <p:cNvPr id="102" name="LeftBar"/>
          <p:cNvSpPr/>
          <p:nvPr/>
        </p:nvSpPr>
        <p:spPr>
          <a:xfrm>
            <a:off x="0" y="0"/>
            <a:ext cx="182880" cy="6858000"/>
          </a:xfrm>
          <a:prstGeom prst="rect">
            <a:avLst/>
          </a:prstGeom>
          <a:solidFill>
            <a:srgbClr val="006DAE"/>
          </a:solidFill>
          <a:ln w="0">
            <a:noFill/>
          </a:ln>
        </p:spPr>
        <p:txBody>
          <a:bodyPr/>
          <a:lstStyle/>
          <a:p>
            <a:endParaRPr lang="en-US"/>
          </a:p>
        </p:txBody>
      </p:sp>
      <p:sp>
        <p:nvSpPr>
          <p:cNvPr id="103" name="FooterBar"/>
          <p:cNvSpPr/>
          <p:nvPr/>
        </p:nvSpPr>
        <p:spPr>
          <a:xfrm>
            <a:off x="0" y="6522720"/>
            <a:ext cx="12192000" cy="335280"/>
          </a:xfrm>
          <a:prstGeom prst="rect">
            <a:avLst/>
          </a:prstGeom>
          <a:solidFill>
            <a:srgbClr val="F5F5F5"/>
          </a:solidFill>
          <a:ln w="0">
            <a:noFill/>
          </a:ln>
        </p:spPr>
        <p:txBody>
          <a:bodyPr/>
          <a:lstStyle/>
          <a:p>
            <a:endParaRPr lang="en-US"/>
          </a:p>
        </p:txBody>
      </p:sp>
      <p:sp>
        <p:nvSpPr>
          <p:cNvPr id="104" name="TitleText"/>
          <p:cNvSpPr/>
          <p:nvPr/>
        </p:nvSpPr>
        <p:spPr>
          <a:xfrm>
            <a:off x="402336" y="60960"/>
            <a:ext cx="11265408" cy="975360"/>
          </a:xfrm>
          <a:prstGeom prst="rect">
            <a:avLst/>
          </a:prstGeom>
          <a:noFill/>
          <a:ln w="0">
            <a:noFill/>
          </a:ln>
        </p:spPr>
        <p:txBody>
          <a:bodyPr wrap="square" lIns="0" tIns="0" rIns="0" bIns="0" rtlCol="0" anchor="ctr">
            <a:normAutofit/>
          </a:bodyPr>
          <a:lstStyle/>
          <a:p>
            <a:pPr marL="0" indent="0" algn="l">
              <a:buNone/>
            </a:pPr>
            <a:r>
              <a:rPr lang="en-US" sz="2800" b="1" dirty="0">
                <a:solidFill>
                  <a:srgbClr val="FFFFFF"/>
                </a:solidFill>
                <a:latin typeface="Garamond" pitchFamily="34" charset="0"/>
              </a:rPr>
              <a:t>Step 2 – Design Solutions Using Design Thinking</a:t>
            </a:r>
          </a:p>
        </p:txBody>
      </p:sp>
      <p:sp>
        <p:nvSpPr>
          <p:cNvPr id="105" name="FooterText"/>
          <p:cNvSpPr/>
          <p:nvPr/>
        </p:nvSpPr>
        <p:spPr>
          <a:xfrm>
            <a:off x="341376" y="6582720"/>
            <a:ext cx="9753600" cy="295280"/>
          </a:xfrm>
          <a:prstGeom prst="rect">
            <a:avLst/>
          </a:prstGeom>
          <a:noFill/>
          <a:ln w="0">
            <a:noFill/>
          </a:ln>
        </p:spPr>
        <p:txBody>
          <a:bodyPr wrap="square" lIns="0" tIns="0" rIns="0" bIns="0" rtlCol="0" anchor="ctr"/>
          <a:lstStyle/>
          <a:p>
            <a:pPr marL="0" indent="0" algn="l">
              <a:buNone/>
            </a:pPr>
            <a:r>
              <a:rPr lang="en-US" sz="1000" dirty="0">
                <a:solidFill>
                  <a:srgbClr val="027EB5"/>
                </a:solidFill>
                <a:latin typeface="Garamond" pitchFamily="34" charset="0"/>
              </a:rPr>
              <a:t>FIT1055: IT Professional Practice and Ethics  |  Week 7</a:t>
            </a:r>
          </a:p>
        </p:txBody>
      </p:sp>
      <p:sp>
        <p:nvSpPr>
          <p:cNvPr id="3" name="Subtitle 2">
            <a:extLst>
              <a:ext uri="{FF2B5EF4-FFF2-40B4-BE49-F238E27FC236}">
                <a16:creationId xmlns:a16="http://schemas.microsoft.com/office/drawing/2014/main" id="{4E4E6F5E-B085-052B-0868-C68287DC001E}"/>
              </a:ext>
            </a:extLst>
          </p:cNvPr>
          <p:cNvSpPr>
            <a:spLocks noGrp="1"/>
          </p:cNvSpPr>
          <p:nvPr>
            <p:ph type="subTitle" idx="1"/>
          </p:nvPr>
        </p:nvSpPr>
        <p:spPr>
          <a:xfrm>
            <a:off x="914400" y="1815441"/>
            <a:ext cx="9974560" cy="1913731"/>
          </a:xfrm>
        </p:spPr>
        <p:txBody>
          <a:bodyPr/>
          <a:lstStyle/>
          <a:p>
            <a:pPr algn="l"/>
            <a:endParaRPr lang="en-US" dirty="0"/>
          </a:p>
          <a:p>
            <a:pPr algn="l"/>
            <a:endParaRPr lang="en-US" dirty="0"/>
          </a:p>
        </p:txBody>
      </p:sp>
      <p:sp>
        <p:nvSpPr>
          <p:cNvPr id="6" name="Rectangle 5">
            <a:extLst>
              <a:ext uri="{FF2B5EF4-FFF2-40B4-BE49-F238E27FC236}">
                <a16:creationId xmlns:a16="http://schemas.microsoft.com/office/drawing/2014/main" id="{AACE6040-B0D7-DA06-F1E3-1E011ED690F0}"/>
              </a:ext>
            </a:extLst>
          </p:cNvPr>
          <p:cNvSpPr/>
          <p:nvPr/>
        </p:nvSpPr>
        <p:spPr>
          <a:xfrm>
            <a:off x="920536" y="1589703"/>
            <a:ext cx="9649072" cy="3785652"/>
          </a:xfrm>
          <a:prstGeom prst="rect">
            <a:avLst/>
          </a:prstGeom>
        </p:spPr>
        <p:txBody>
          <a:bodyPr wrap="square">
            <a:normAutofit/>
          </a:bodyPr>
          <a:lstStyle/>
          <a:p>
            <a:r>
              <a:rPr lang="en-US" sz="2400" b="1" dirty="0">
                <a:highlight>
                  <a:srgbClr val="FFFFFF"/>
                </a:highlight>
                <a:latin typeface="Garamond" panose="02020404030301010803" pitchFamily="18" charset="0"/>
              </a:rPr>
              <a:t>2.2 Ideate - Multiple Solution Types</a:t>
            </a:r>
          </a:p>
          <a:p>
            <a:r>
              <a:rPr lang="en-US" sz="2400" b="1" dirty="0">
                <a:highlight>
                  <a:srgbClr val="FFFFFF"/>
                </a:highlight>
                <a:latin typeface="Garamond" panose="02020404030301010803" pitchFamily="18" charset="0"/>
              </a:rPr>
              <a:t>Input:</a:t>
            </a:r>
            <a:r>
              <a:rPr lang="en-US" sz="2400" dirty="0">
                <a:highlight>
                  <a:srgbClr val="FFFFFF"/>
                </a:highlight>
                <a:latin typeface="Garamond" panose="02020404030301010803" pitchFamily="18" charset="0"/>
              </a:rPr>
              <a:t> Ethical violations and stakeholder impacts from Step 1</a:t>
            </a:r>
          </a:p>
          <a:p>
            <a:endParaRPr lang="en-US" sz="2400" dirty="0">
              <a:highlight>
                <a:srgbClr val="FFFFFF"/>
              </a:highlight>
              <a:latin typeface="Garamond" panose="02020404030301010803" pitchFamily="18" charset="0"/>
            </a:endParaRPr>
          </a:p>
          <a:p>
            <a:r>
              <a:rPr lang="en-US" sz="2400" b="1" dirty="0">
                <a:highlight>
                  <a:srgbClr val="FFFFFF"/>
                </a:highlight>
                <a:latin typeface="Garamond" panose="02020404030301010803" pitchFamily="18" charset="0"/>
              </a:rPr>
              <a:t>Structured Brainstorming Meeting:</a:t>
            </a:r>
            <a:endParaRPr lang="en-US" sz="2400" dirty="0">
              <a:highlight>
                <a:srgbClr val="FFFFFF"/>
              </a:highlight>
              <a:latin typeface="Garamond" panose="02020404030301010803" pitchFamily="18" charset="0"/>
            </a:endParaRPr>
          </a:p>
          <a:p>
            <a:r>
              <a:rPr lang="en-US" sz="2400" b="1" dirty="0">
                <a:highlight>
                  <a:srgbClr val="FFFFFF"/>
                </a:highlight>
                <a:latin typeface="Garamond" panose="02020404030301010803" pitchFamily="18" charset="0"/>
              </a:rPr>
              <a:t>Technical Solutions:</a:t>
            </a:r>
            <a:r>
              <a:rPr lang="en-US" sz="2400" dirty="0">
                <a:highlight>
                  <a:srgbClr val="FFFFFF"/>
                </a:highlight>
                <a:latin typeface="Garamond" panose="02020404030301010803" pitchFamily="18" charset="0"/>
              </a:rPr>
              <a:t> What code/system architecture addresses the violations?</a:t>
            </a:r>
          </a:p>
          <a:p>
            <a:r>
              <a:rPr lang="en-US" sz="2400" b="1" dirty="0">
                <a:highlight>
                  <a:srgbClr val="FFFFFF"/>
                </a:highlight>
                <a:latin typeface="Garamond" panose="02020404030301010803" pitchFamily="18" charset="0"/>
              </a:rPr>
              <a:t>Policy Solutions:</a:t>
            </a:r>
            <a:r>
              <a:rPr lang="en-US" sz="2400" dirty="0">
                <a:highlight>
                  <a:srgbClr val="FFFFFF"/>
                </a:highlight>
                <a:latin typeface="Garamond" panose="02020404030301010803" pitchFamily="18" charset="0"/>
              </a:rPr>
              <a:t> What rules/guidelines should govern this system?</a:t>
            </a:r>
          </a:p>
          <a:p>
            <a:r>
              <a:rPr lang="en-US" sz="2400" b="1" dirty="0">
                <a:highlight>
                  <a:srgbClr val="FFFFFF"/>
                </a:highlight>
                <a:latin typeface="Garamond" panose="02020404030301010803" pitchFamily="18" charset="0"/>
              </a:rPr>
              <a:t>User Experience Solutions:</a:t>
            </a:r>
            <a:r>
              <a:rPr lang="en-US" sz="2400" dirty="0">
                <a:highlight>
                  <a:srgbClr val="FFFFFF"/>
                </a:highlight>
                <a:latin typeface="Garamond" panose="02020404030301010803" pitchFamily="18" charset="0"/>
              </a:rPr>
              <a:t> How could interfaces be more transparent/respectful?</a:t>
            </a:r>
          </a:p>
          <a:p>
            <a:endParaRPr lang="en-US" sz="2400" dirty="0">
              <a:highlight>
                <a:srgbClr val="FFFFFF"/>
              </a:highlight>
              <a:latin typeface="Garamond" panose="02020404030301010803" pitchFamily="18" charset="0"/>
            </a:endParaRPr>
          </a:p>
          <a:p>
            <a:endParaRPr lang="en-US" sz="2400" dirty="0">
              <a:highlight>
                <a:srgbClr val="FFFFFF"/>
              </a:highlight>
              <a:latin typeface="Garamond" panose="02020404030301010803"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101" name="HeaderBar"/>
          <p:cNvSpPr/>
          <p:nvPr/>
        </p:nvSpPr>
        <p:spPr>
          <a:xfrm>
            <a:off x="0" y="0"/>
            <a:ext cx="12192000" cy="1036320"/>
          </a:xfrm>
          <a:prstGeom prst="rect">
            <a:avLst/>
          </a:prstGeom>
          <a:solidFill>
            <a:srgbClr val="002B5C"/>
          </a:solidFill>
          <a:ln w="0">
            <a:noFill/>
          </a:ln>
        </p:spPr>
        <p:txBody>
          <a:bodyPr/>
          <a:lstStyle/>
          <a:p>
            <a:endParaRPr lang="en-US"/>
          </a:p>
        </p:txBody>
      </p:sp>
      <p:sp>
        <p:nvSpPr>
          <p:cNvPr id="102" name="LeftBar"/>
          <p:cNvSpPr/>
          <p:nvPr/>
        </p:nvSpPr>
        <p:spPr>
          <a:xfrm>
            <a:off x="0" y="0"/>
            <a:ext cx="182880" cy="6858000"/>
          </a:xfrm>
          <a:prstGeom prst="rect">
            <a:avLst/>
          </a:prstGeom>
          <a:solidFill>
            <a:srgbClr val="006DAE"/>
          </a:solidFill>
          <a:ln w="0">
            <a:noFill/>
          </a:ln>
        </p:spPr>
        <p:txBody>
          <a:bodyPr/>
          <a:lstStyle/>
          <a:p>
            <a:endParaRPr lang="en-US"/>
          </a:p>
        </p:txBody>
      </p:sp>
      <p:sp>
        <p:nvSpPr>
          <p:cNvPr id="103" name="FooterBar"/>
          <p:cNvSpPr/>
          <p:nvPr/>
        </p:nvSpPr>
        <p:spPr>
          <a:xfrm>
            <a:off x="0" y="6522720"/>
            <a:ext cx="12192000" cy="335280"/>
          </a:xfrm>
          <a:prstGeom prst="rect">
            <a:avLst/>
          </a:prstGeom>
          <a:solidFill>
            <a:srgbClr val="F5F5F5"/>
          </a:solidFill>
          <a:ln w="0">
            <a:noFill/>
          </a:ln>
        </p:spPr>
        <p:txBody>
          <a:bodyPr/>
          <a:lstStyle/>
          <a:p>
            <a:endParaRPr lang="en-US"/>
          </a:p>
        </p:txBody>
      </p:sp>
      <p:sp>
        <p:nvSpPr>
          <p:cNvPr id="104" name="TitleText"/>
          <p:cNvSpPr/>
          <p:nvPr/>
        </p:nvSpPr>
        <p:spPr>
          <a:xfrm>
            <a:off x="402336" y="60960"/>
            <a:ext cx="11265408" cy="975360"/>
          </a:xfrm>
          <a:prstGeom prst="rect">
            <a:avLst/>
          </a:prstGeom>
          <a:noFill/>
          <a:ln w="0">
            <a:noFill/>
          </a:ln>
        </p:spPr>
        <p:txBody>
          <a:bodyPr wrap="square" lIns="0" tIns="0" rIns="0" bIns="0" rtlCol="0" anchor="ctr">
            <a:normAutofit/>
          </a:bodyPr>
          <a:lstStyle/>
          <a:p>
            <a:pPr marL="0" indent="0" algn="l">
              <a:buNone/>
            </a:pPr>
            <a:r>
              <a:rPr lang="en-US" sz="2800" b="1" dirty="0">
                <a:solidFill>
                  <a:srgbClr val="FFFFFF"/>
                </a:solidFill>
                <a:latin typeface="Garamond" pitchFamily="34" charset="0"/>
              </a:rPr>
              <a:t>Step 2 – Design Solutions Using Design Thinking</a:t>
            </a:r>
          </a:p>
        </p:txBody>
      </p:sp>
      <p:sp>
        <p:nvSpPr>
          <p:cNvPr id="105" name="FooterText"/>
          <p:cNvSpPr/>
          <p:nvPr/>
        </p:nvSpPr>
        <p:spPr>
          <a:xfrm>
            <a:off x="341376" y="6582720"/>
            <a:ext cx="9753600" cy="295280"/>
          </a:xfrm>
          <a:prstGeom prst="rect">
            <a:avLst/>
          </a:prstGeom>
          <a:noFill/>
          <a:ln w="0">
            <a:noFill/>
          </a:ln>
        </p:spPr>
        <p:txBody>
          <a:bodyPr wrap="square" lIns="0" tIns="0" rIns="0" bIns="0" rtlCol="0" anchor="ctr"/>
          <a:lstStyle/>
          <a:p>
            <a:pPr marL="0" indent="0" algn="l">
              <a:buNone/>
            </a:pPr>
            <a:r>
              <a:rPr lang="en-US" sz="1000" dirty="0">
                <a:solidFill>
                  <a:srgbClr val="027EB5"/>
                </a:solidFill>
                <a:latin typeface="Garamond" pitchFamily="34" charset="0"/>
              </a:rPr>
              <a:t>FIT1055: IT Professional Practice and Ethics  |  Week 7</a:t>
            </a:r>
          </a:p>
        </p:txBody>
      </p:sp>
      <p:sp>
        <p:nvSpPr>
          <p:cNvPr id="3" name="Subtitle 2">
            <a:extLst>
              <a:ext uri="{FF2B5EF4-FFF2-40B4-BE49-F238E27FC236}">
                <a16:creationId xmlns:a16="http://schemas.microsoft.com/office/drawing/2014/main" id="{7E424F86-A149-7909-14E8-2AE5E5E45AB9}"/>
              </a:ext>
            </a:extLst>
          </p:cNvPr>
          <p:cNvSpPr>
            <a:spLocks noGrp="1"/>
          </p:cNvSpPr>
          <p:nvPr>
            <p:ph type="subTitle" idx="1"/>
          </p:nvPr>
        </p:nvSpPr>
        <p:spPr>
          <a:xfrm>
            <a:off x="914400" y="1815441"/>
            <a:ext cx="9974560" cy="1913731"/>
          </a:xfrm>
        </p:spPr>
        <p:txBody>
          <a:bodyPr/>
          <a:lstStyle/>
          <a:p>
            <a:pPr algn="l"/>
            <a:endParaRPr lang="en-US" dirty="0"/>
          </a:p>
          <a:p>
            <a:pPr algn="l"/>
            <a:endParaRPr lang="en-US" dirty="0"/>
          </a:p>
        </p:txBody>
      </p:sp>
      <p:sp>
        <p:nvSpPr>
          <p:cNvPr id="6" name="Rectangle 5">
            <a:extLst>
              <a:ext uri="{FF2B5EF4-FFF2-40B4-BE49-F238E27FC236}">
                <a16:creationId xmlns:a16="http://schemas.microsoft.com/office/drawing/2014/main" id="{940A6692-2D78-E376-2E83-3705A906C1CD}"/>
              </a:ext>
            </a:extLst>
          </p:cNvPr>
          <p:cNvSpPr/>
          <p:nvPr/>
        </p:nvSpPr>
        <p:spPr>
          <a:xfrm>
            <a:off x="920536" y="1589702"/>
            <a:ext cx="10216024" cy="4791625"/>
          </a:xfrm>
          <a:prstGeom prst="rect">
            <a:avLst/>
          </a:prstGeom>
        </p:spPr>
        <p:txBody>
          <a:bodyPr wrap="square">
            <a:normAutofit lnSpcReduction="10000"/>
          </a:bodyPr>
          <a:lstStyle/>
          <a:p>
            <a:r>
              <a:rPr lang="en-US" sz="2400" b="1" dirty="0">
                <a:highlight>
                  <a:srgbClr val="FFFFFF"/>
                </a:highlight>
                <a:latin typeface="Garamond" panose="02020404030301010803" pitchFamily="18" charset="0"/>
              </a:rPr>
              <a:t>Process:</a:t>
            </a:r>
            <a:endParaRPr lang="en-US" sz="2400" dirty="0">
              <a:highlight>
                <a:srgbClr val="FFFFFF"/>
              </a:highlight>
              <a:latin typeface="Garamond" panose="02020404030301010803" pitchFamily="18" charset="0"/>
            </a:endParaRPr>
          </a:p>
          <a:p>
            <a:r>
              <a:rPr lang="en-US" sz="2400" dirty="0">
                <a:highlight>
                  <a:srgbClr val="FFFFFF"/>
                </a:highlight>
                <a:latin typeface="Garamond" panose="02020404030301010803" pitchFamily="18" charset="0"/>
              </a:rPr>
              <a:t>For each documented output from Step 1, brainstorm</a:t>
            </a:r>
          </a:p>
          <a:p>
            <a:pPr marL="342900" indent="-342900">
              <a:buFont typeface="Arial" panose="020B0604020202020204" pitchFamily="34" charset="0"/>
              <a:buChar char="•"/>
            </a:pPr>
            <a:r>
              <a:rPr lang="en-US" sz="2400" dirty="0">
                <a:highlight>
                  <a:srgbClr val="FFFFFF"/>
                </a:highlight>
                <a:latin typeface="Garamond" panose="02020404030301010803" pitchFamily="18" charset="0"/>
              </a:rPr>
              <a:t>Consider how each solution addresses specific stakeholder analysis</a:t>
            </a:r>
          </a:p>
          <a:p>
            <a:pPr marL="342900" indent="-342900">
              <a:buFont typeface="Arial" panose="020B0604020202020204" pitchFamily="34" charset="0"/>
              <a:buChar char="•"/>
            </a:pPr>
            <a:r>
              <a:rPr lang="en-US" sz="2400" dirty="0">
                <a:highlight>
                  <a:srgbClr val="FFFFFF"/>
                </a:highlight>
                <a:latin typeface="Garamond" panose="02020404030301010803" pitchFamily="18" charset="0"/>
              </a:rPr>
              <a:t>Ensure solutions directly respond to the ethical themes categorized</a:t>
            </a:r>
          </a:p>
          <a:p>
            <a:endParaRPr lang="en-US" sz="2400" dirty="0">
              <a:highlight>
                <a:srgbClr val="FFFFFF"/>
              </a:highlight>
              <a:latin typeface="Garamond" panose="02020404030301010803" pitchFamily="18" charset="0"/>
            </a:endParaRPr>
          </a:p>
          <a:p>
            <a:r>
              <a:rPr lang="en-US" sz="2400" b="1" dirty="0">
                <a:highlight>
                  <a:srgbClr val="FFFFFF"/>
                </a:highlight>
                <a:latin typeface="Garamond" panose="02020404030301010803" pitchFamily="18" charset="0"/>
              </a:rPr>
              <a:t>CS Application:</a:t>
            </a:r>
            <a:r>
              <a:rPr lang="en-US" sz="2400" dirty="0">
                <a:highlight>
                  <a:srgbClr val="FFFFFF"/>
                </a:highlight>
                <a:latin typeface="Garamond" panose="02020404030301010803" pitchFamily="18" charset="0"/>
              </a:rPr>
              <a:t> Like considering multiple algorithms, explore multiple ethical approaches</a:t>
            </a:r>
          </a:p>
          <a:p>
            <a:endParaRPr lang="en-US" sz="2400" dirty="0">
              <a:solidFill>
                <a:srgbClr val="0070C0"/>
              </a:solidFill>
              <a:highlight>
                <a:srgbClr val="FFFFFF"/>
              </a:highlight>
              <a:latin typeface="Garamond" panose="02020404030301010803" pitchFamily="18" charset="0"/>
            </a:endParaRPr>
          </a:p>
          <a:p>
            <a:r>
              <a:rPr lang="en-US" sz="2400" b="1" dirty="0">
                <a:solidFill>
                  <a:srgbClr val="0070C0"/>
                </a:solidFill>
                <a:highlight>
                  <a:srgbClr val="FFFFFF"/>
                </a:highlight>
                <a:latin typeface="Garamond" panose="02020404030301010803" pitchFamily="18" charset="0"/>
              </a:rPr>
              <a:t>Step 2 Output:</a:t>
            </a:r>
            <a:r>
              <a:rPr lang="en-US" sz="2400" dirty="0">
                <a:solidFill>
                  <a:srgbClr val="0070C0"/>
                </a:solidFill>
                <a:highlight>
                  <a:srgbClr val="FFFFFF"/>
                </a:highlight>
                <a:latin typeface="Garamond" panose="02020404030301010803" pitchFamily="18" charset="0"/>
              </a:rPr>
              <a:t> Categorized solution ideas (Technical, Policy, UX) that directly address Step 1 violations across all identified stakeholders</a:t>
            </a:r>
          </a:p>
          <a:p>
            <a:endParaRPr lang="en-US" sz="2400" dirty="0">
              <a:solidFill>
                <a:srgbClr val="0070C0"/>
              </a:solidFill>
              <a:highlight>
                <a:srgbClr val="FFFFFF"/>
              </a:highlight>
              <a:latin typeface="Garamond" panose="02020404030301010803" pitchFamily="18" charset="0"/>
            </a:endParaRPr>
          </a:p>
          <a:p>
            <a:r>
              <a:rPr lang="en-US" sz="2400" dirty="0">
                <a:solidFill>
                  <a:srgbClr val="0070C0"/>
                </a:solidFill>
                <a:highlight>
                  <a:srgbClr val="FFFFFF"/>
                </a:highlight>
                <a:latin typeface="Garamond" panose="02020404030301010803" pitchFamily="18" charset="0"/>
              </a:rPr>
              <a:t>Then </a:t>
            </a:r>
            <a:r>
              <a:rPr lang="en-US" sz="2400" b="1" dirty="0">
                <a:solidFill>
                  <a:srgbClr val="0070C0"/>
                </a:solidFill>
                <a:highlight>
                  <a:srgbClr val="FFFFFF"/>
                </a:highlight>
                <a:latin typeface="Garamond" panose="02020404030301010803" pitchFamily="18" charset="0"/>
              </a:rPr>
              <a:t>select your proposed product solution</a:t>
            </a:r>
            <a:r>
              <a:rPr lang="en-US" sz="2400" dirty="0">
                <a:solidFill>
                  <a:srgbClr val="0070C0"/>
                </a:solidFill>
                <a:highlight>
                  <a:srgbClr val="FFFFFF"/>
                </a:highlight>
                <a:latin typeface="Garamond" panose="02020404030301010803" pitchFamily="18" charset="0"/>
              </a:rPr>
              <a:t> by prioritising the idea with the greatest impact on resolving the identified problem(s)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a:effectLst/>
      </p:bgPr>
    </p:bg>
    <p:spTree>
      <p:nvGrpSpPr>
        <p:cNvPr id="1" name=""/>
        <p:cNvGrpSpPr/>
        <p:nvPr/>
      </p:nvGrpSpPr>
      <p:grpSpPr>
        <a:xfrm>
          <a:off x="0" y="0"/>
          <a:ext cx="0" cy="0"/>
          <a:chOff x="0" y="0"/>
          <a:chExt cx="0" cy="0"/>
        </a:xfrm>
      </p:grpSpPr>
      <p:sp>
        <p:nvSpPr>
          <p:cNvPr id="101" name="HeaderBar"/>
          <p:cNvSpPr/>
          <p:nvPr/>
        </p:nvSpPr>
        <p:spPr>
          <a:xfrm>
            <a:off x="0" y="0"/>
            <a:ext cx="12192000" cy="1036320"/>
          </a:xfrm>
          <a:prstGeom prst="rect">
            <a:avLst/>
          </a:prstGeom>
          <a:solidFill>
            <a:srgbClr val="002B5C"/>
          </a:solidFill>
          <a:ln w="0">
            <a:noFill/>
          </a:ln>
        </p:spPr>
        <p:txBody>
          <a:bodyPr/>
          <a:lstStyle/>
          <a:p>
            <a:endParaRPr lang="en-US"/>
          </a:p>
        </p:txBody>
      </p:sp>
      <p:sp>
        <p:nvSpPr>
          <p:cNvPr id="102" name="LeftBar"/>
          <p:cNvSpPr/>
          <p:nvPr/>
        </p:nvSpPr>
        <p:spPr>
          <a:xfrm>
            <a:off x="0" y="356000"/>
            <a:ext cx="182880" cy="6858000"/>
          </a:xfrm>
          <a:prstGeom prst="rect">
            <a:avLst/>
          </a:prstGeom>
          <a:solidFill>
            <a:srgbClr val="006DAE"/>
          </a:solidFill>
          <a:ln w="0">
            <a:noFill/>
          </a:ln>
        </p:spPr>
        <p:txBody>
          <a:bodyPr/>
          <a:lstStyle/>
          <a:p>
            <a:endParaRPr lang="en-US"/>
          </a:p>
        </p:txBody>
      </p:sp>
      <p:sp>
        <p:nvSpPr>
          <p:cNvPr id="103" name="FooterBar"/>
          <p:cNvSpPr/>
          <p:nvPr/>
        </p:nvSpPr>
        <p:spPr>
          <a:xfrm>
            <a:off x="0" y="6522720"/>
            <a:ext cx="12192000" cy="335280"/>
          </a:xfrm>
          <a:prstGeom prst="rect">
            <a:avLst/>
          </a:prstGeom>
          <a:solidFill>
            <a:srgbClr val="F5F5F5"/>
          </a:solidFill>
          <a:ln w="0">
            <a:noFill/>
          </a:ln>
        </p:spPr>
        <p:txBody>
          <a:bodyPr/>
          <a:lstStyle/>
          <a:p>
            <a:endParaRPr lang="en-US"/>
          </a:p>
        </p:txBody>
      </p:sp>
      <p:sp>
        <p:nvSpPr>
          <p:cNvPr id="104" name="TitleText"/>
          <p:cNvSpPr/>
          <p:nvPr/>
        </p:nvSpPr>
        <p:spPr>
          <a:xfrm>
            <a:off x="402336" y="60960"/>
            <a:ext cx="11265408" cy="975360"/>
          </a:xfrm>
          <a:prstGeom prst="rect">
            <a:avLst/>
          </a:prstGeom>
          <a:noFill/>
          <a:ln w="0">
            <a:noFill/>
          </a:ln>
        </p:spPr>
        <p:txBody>
          <a:bodyPr wrap="square" lIns="0" tIns="0" rIns="0" bIns="0" rtlCol="0" anchor="ctr">
            <a:normAutofit/>
          </a:bodyPr>
          <a:lstStyle/>
          <a:p>
            <a:pPr marL="0" indent="0" algn="l">
              <a:buNone/>
            </a:pPr>
            <a:r>
              <a:rPr lang="en-US" sz="2800" b="1" dirty="0">
                <a:solidFill>
                  <a:srgbClr val="FFFFFF"/>
                </a:solidFill>
                <a:latin typeface="Garamond" pitchFamily="34" charset="0"/>
              </a:rPr>
              <a:t>Step 2: Ideation Process – From Violations to Solutions</a:t>
            </a:r>
          </a:p>
        </p:txBody>
      </p:sp>
      <p:sp>
        <p:nvSpPr>
          <p:cNvPr id="105" name="FooterText"/>
          <p:cNvSpPr/>
          <p:nvPr/>
        </p:nvSpPr>
        <p:spPr>
          <a:xfrm>
            <a:off x="341376" y="6582720"/>
            <a:ext cx="9753600" cy="295280"/>
          </a:xfrm>
          <a:prstGeom prst="rect">
            <a:avLst/>
          </a:prstGeom>
          <a:noFill/>
          <a:ln w="0">
            <a:noFill/>
          </a:ln>
        </p:spPr>
        <p:txBody>
          <a:bodyPr wrap="square" lIns="0" tIns="0" rIns="0" bIns="0" rtlCol="0" anchor="ctr"/>
          <a:lstStyle/>
          <a:p>
            <a:pPr marL="0" indent="0" algn="l">
              <a:buNone/>
            </a:pPr>
            <a:r>
              <a:rPr lang="en-US" sz="1000" dirty="0">
                <a:solidFill>
                  <a:srgbClr val="027EB5"/>
                </a:solidFill>
                <a:latin typeface="Garamond" pitchFamily="34" charset="0"/>
              </a:rPr>
              <a:t>FIT1055: IT Professional Practice and Ethics  |  Week 7</a:t>
            </a:r>
          </a:p>
        </p:txBody>
      </p:sp>
      <p:sp>
        <p:nvSpPr>
          <p:cNvPr id="201" name="Box_Violations"/>
          <p:cNvSpPr/>
          <p:nvPr/>
        </p:nvSpPr>
        <p:spPr>
          <a:xfrm>
            <a:off x="280000" y="1120000"/>
            <a:ext cx="2408088" cy="932280"/>
          </a:xfrm>
          <a:prstGeom prst="roundRect">
            <a:avLst>
              <a:gd name="adj" fmla="val 18000"/>
            </a:avLst>
          </a:prstGeom>
          <a:solidFill>
            <a:srgbClr val="002B5C"/>
          </a:solidFill>
          <a:ln w="0">
            <a:noFill/>
          </a:ln>
        </p:spPr>
        <p:txBody>
          <a:bodyPr wrap="square" lIns="91440" tIns="45720" rIns="91440" bIns="45720" anchor="ctr">
            <a:noAutofit/>
          </a:bodyPr>
          <a:lstStyle/>
          <a:p>
            <a:pPr algn="ctr">
              <a:buNone/>
            </a:pPr>
            <a:r>
              <a:rPr lang="en-US" sz="1300" b="1" dirty="0">
                <a:solidFill>
                  <a:srgbClr val="FFFFFF"/>
                </a:solidFill>
                <a:latin typeface="Garamond" pitchFamily="34" charset="0"/>
              </a:rPr>
              <a:t>STEP 1</a:t>
            </a:r>
          </a:p>
          <a:p>
            <a:pPr algn="ctr">
              <a:buNone/>
            </a:pPr>
            <a:r>
              <a:rPr lang="en-US" sz="1300" dirty="0">
                <a:solidFill>
                  <a:srgbClr val="5BC2E7"/>
                </a:solidFill>
                <a:latin typeface="Garamond" pitchFamily="34" charset="0"/>
              </a:rPr>
              <a:t>OUTPUT</a:t>
            </a:r>
          </a:p>
          <a:p>
            <a:pPr algn="ctr">
              <a:buNone/>
            </a:pPr>
            <a:r>
              <a:rPr lang="en-US" sz="1300" dirty="0">
                <a:solidFill>
                  <a:srgbClr val="E8EDF3"/>
                </a:solidFill>
                <a:latin typeface="Garamond" pitchFamily="34" charset="0"/>
              </a:rPr>
              <a:t>Ethical Violations + Stakeholder Map</a:t>
            </a:r>
          </a:p>
        </p:txBody>
      </p:sp>
      <p:sp>
        <p:nvSpPr>
          <p:cNvPr id="210" name="Arr1"/>
          <p:cNvSpPr/>
          <p:nvPr/>
        </p:nvSpPr>
        <p:spPr>
          <a:xfrm>
            <a:off x="2668491" y="1538715"/>
            <a:ext cx="525401" cy="174803"/>
          </a:xfrm>
          <a:prstGeom prst="rightArrow">
            <a:avLst>
              <a:gd name="adj1" fmla="val 50000"/>
              <a:gd name="adj2" fmla="val 50000"/>
            </a:avLst>
          </a:prstGeom>
          <a:solidFill>
            <a:srgbClr val="5BC2E7"/>
          </a:solidFill>
          <a:ln w="0">
            <a:noFill/>
          </a:ln>
        </p:spPr>
        <p:txBody>
          <a:bodyPr/>
          <a:lstStyle/>
          <a:p>
            <a:endParaRPr lang="en-US" sz="1300"/>
          </a:p>
        </p:txBody>
      </p:sp>
      <p:sp>
        <p:nvSpPr>
          <p:cNvPr id="202" name="Box_Empathize"/>
          <p:cNvSpPr/>
          <p:nvPr/>
        </p:nvSpPr>
        <p:spPr>
          <a:xfrm>
            <a:off x="3193892" y="1120000"/>
            <a:ext cx="2408088" cy="932280"/>
          </a:xfrm>
          <a:prstGeom prst="roundRect">
            <a:avLst>
              <a:gd name="adj" fmla="val 18000"/>
            </a:avLst>
          </a:prstGeom>
          <a:solidFill>
            <a:srgbClr val="006DAE"/>
          </a:solidFill>
          <a:ln w="0">
            <a:noFill/>
          </a:ln>
        </p:spPr>
        <p:txBody>
          <a:bodyPr wrap="square" lIns="91440" tIns="45720" rIns="91440" bIns="45720" anchor="ctr">
            <a:noAutofit/>
          </a:bodyPr>
          <a:lstStyle/>
          <a:p>
            <a:pPr algn="ctr">
              <a:buNone/>
            </a:pPr>
            <a:r>
              <a:rPr lang="en-US" sz="1300" b="1" dirty="0">
                <a:solidFill>
                  <a:srgbClr val="FFFFFF"/>
                </a:solidFill>
                <a:latin typeface="Garamond" pitchFamily="34" charset="0"/>
              </a:rPr>
              <a:t>2.1 EMPATHIZE</a:t>
            </a:r>
          </a:p>
          <a:p>
            <a:pPr algn="ctr">
              <a:buNone/>
            </a:pPr>
            <a:r>
              <a:rPr lang="en-US" sz="1300" dirty="0">
                <a:solidFill>
                  <a:srgbClr val="E8EDF3"/>
                </a:solidFill>
                <a:latin typeface="Garamond" pitchFamily="34" charset="0"/>
              </a:rPr>
              <a:t>Understand ALL Stakeholders</a:t>
            </a:r>
          </a:p>
          <a:p>
            <a:pPr algn="ctr">
              <a:buNone/>
            </a:pPr>
            <a:r>
              <a:rPr lang="en-US" sz="1500" i="1" dirty="0">
                <a:solidFill>
                  <a:schemeClr val="bg1"/>
                </a:solidFill>
                <a:latin typeface="Garamond" pitchFamily="34" charset="0"/>
              </a:rPr>
              <a:t>needs, power, vulnerabilities</a:t>
            </a:r>
          </a:p>
        </p:txBody>
      </p:sp>
      <p:sp>
        <p:nvSpPr>
          <p:cNvPr id="211" name="Arr2"/>
          <p:cNvSpPr/>
          <p:nvPr/>
        </p:nvSpPr>
        <p:spPr>
          <a:xfrm>
            <a:off x="5570599" y="1538715"/>
            <a:ext cx="525401" cy="174803"/>
          </a:xfrm>
          <a:prstGeom prst="rightArrow">
            <a:avLst>
              <a:gd name="adj1" fmla="val 50000"/>
              <a:gd name="adj2" fmla="val 50000"/>
            </a:avLst>
          </a:prstGeom>
          <a:solidFill>
            <a:srgbClr val="5BC2E7"/>
          </a:solidFill>
          <a:ln w="0">
            <a:noFill/>
          </a:ln>
        </p:spPr>
        <p:txBody>
          <a:bodyPr/>
          <a:lstStyle/>
          <a:p>
            <a:endParaRPr lang="en-US" sz="1300"/>
          </a:p>
        </p:txBody>
      </p:sp>
      <p:sp>
        <p:nvSpPr>
          <p:cNvPr id="203" name="Box_Ideate"/>
          <p:cNvSpPr/>
          <p:nvPr/>
        </p:nvSpPr>
        <p:spPr>
          <a:xfrm>
            <a:off x="6107784" y="1171117"/>
            <a:ext cx="2408088" cy="932280"/>
          </a:xfrm>
          <a:prstGeom prst="roundRect">
            <a:avLst>
              <a:gd name="adj" fmla="val 18000"/>
            </a:avLst>
          </a:prstGeom>
          <a:solidFill>
            <a:srgbClr val="00A887"/>
          </a:solidFill>
          <a:ln w="0">
            <a:noFill/>
          </a:ln>
        </p:spPr>
        <p:txBody>
          <a:bodyPr wrap="square" lIns="91440" tIns="45720" rIns="91440" bIns="45720" anchor="ctr">
            <a:noAutofit/>
          </a:bodyPr>
          <a:lstStyle/>
          <a:p>
            <a:pPr algn="ctr">
              <a:buNone/>
            </a:pPr>
            <a:r>
              <a:rPr lang="en-US" sz="1300" b="1" dirty="0">
                <a:solidFill>
                  <a:srgbClr val="FFFFFF"/>
                </a:solidFill>
                <a:latin typeface="Garamond" pitchFamily="34" charset="0"/>
              </a:rPr>
              <a:t>2.2 IDEATE</a:t>
            </a:r>
          </a:p>
          <a:p>
            <a:pPr algn="ctr">
              <a:buNone/>
            </a:pPr>
            <a:r>
              <a:rPr lang="en-US" sz="1300" dirty="0">
                <a:solidFill>
                  <a:srgbClr val="E8EDF3"/>
                </a:solidFill>
                <a:latin typeface="Garamond" pitchFamily="34" charset="0"/>
              </a:rPr>
              <a:t>Structured Brainstorming</a:t>
            </a:r>
          </a:p>
          <a:p>
            <a:pPr algn="ctr">
              <a:buNone/>
            </a:pPr>
            <a:r>
              <a:rPr lang="en-US" sz="1500" i="1" dirty="0">
                <a:solidFill>
                  <a:schemeClr val="bg1"/>
                </a:solidFill>
                <a:latin typeface="Garamond" pitchFamily="34" charset="0"/>
              </a:rPr>
              <a:t>per violation × stakeholder</a:t>
            </a:r>
          </a:p>
        </p:txBody>
      </p:sp>
      <p:sp>
        <p:nvSpPr>
          <p:cNvPr id="300" name="Label_ForEach"/>
          <p:cNvSpPr/>
          <p:nvPr/>
        </p:nvSpPr>
        <p:spPr>
          <a:xfrm>
            <a:off x="412588" y="2161362"/>
            <a:ext cx="8000000" cy="210000"/>
          </a:xfrm>
          <a:prstGeom prst="rect">
            <a:avLst/>
          </a:prstGeom>
          <a:noFill/>
          <a:ln w="0">
            <a:noFill/>
          </a:ln>
        </p:spPr>
        <p:txBody>
          <a:bodyPr wrap="square" lIns="0" tIns="0" rIns="0" bIns="0" anchor="ctr">
            <a:noAutofit/>
          </a:bodyPr>
          <a:lstStyle/>
          <a:p>
            <a:pPr algn="l">
              <a:buNone/>
            </a:pPr>
            <a:r>
              <a:rPr lang="en-US" b="1" i="1" dirty="0">
                <a:solidFill>
                  <a:srgbClr val="636363"/>
                </a:solidFill>
                <a:latin typeface="Garamond" pitchFamily="34" charset="0"/>
              </a:rPr>
              <a:t>For each violation × stakeholder group, brainstorm across all three solution types:</a:t>
            </a:r>
          </a:p>
        </p:txBody>
      </p:sp>
      <p:sp>
        <p:nvSpPr>
          <p:cNvPr id="220" name="VLine"/>
          <p:cNvSpPr/>
          <p:nvPr/>
        </p:nvSpPr>
        <p:spPr>
          <a:xfrm>
            <a:off x="4285000" y="2457074"/>
            <a:ext cx="10000" cy="340000"/>
          </a:xfrm>
          <a:prstGeom prst="rect">
            <a:avLst/>
          </a:prstGeom>
          <a:solidFill>
            <a:srgbClr val="5BC2E7"/>
          </a:solidFill>
          <a:ln w="0">
            <a:noFill/>
          </a:ln>
        </p:spPr>
        <p:txBody>
          <a:bodyPr/>
          <a:lstStyle/>
          <a:p>
            <a:endParaRPr lang="en-US"/>
          </a:p>
        </p:txBody>
      </p:sp>
      <p:sp>
        <p:nvSpPr>
          <p:cNvPr id="204" name="Box_Technical"/>
          <p:cNvSpPr/>
          <p:nvPr/>
        </p:nvSpPr>
        <p:spPr>
          <a:xfrm>
            <a:off x="2865670" y="2678000"/>
            <a:ext cx="2378088" cy="958000"/>
          </a:xfrm>
          <a:prstGeom prst="roundRect">
            <a:avLst>
              <a:gd name="adj" fmla="val 15000"/>
            </a:avLst>
          </a:prstGeom>
          <a:solidFill>
            <a:srgbClr val="E8EDF3"/>
          </a:solidFill>
          <a:ln w="19050">
            <a:solidFill>
              <a:srgbClr val="006DAE"/>
            </a:solidFill>
          </a:ln>
        </p:spPr>
        <p:txBody>
          <a:bodyPr wrap="square" lIns="91440" tIns="60960" rIns="91440" bIns="60960" anchor="ctr">
            <a:noAutofit/>
          </a:bodyPr>
          <a:lstStyle/>
          <a:p>
            <a:pPr algn="ctr">
              <a:buNone/>
            </a:pPr>
            <a:r>
              <a:rPr lang="en-US" sz="1500" b="1" dirty="0">
                <a:solidFill>
                  <a:srgbClr val="006DAE"/>
                </a:solidFill>
                <a:latin typeface="Garamond" pitchFamily="34" charset="0"/>
              </a:rPr>
              <a:t>💻 Technical</a:t>
            </a:r>
          </a:p>
          <a:p>
            <a:pPr algn="ctr">
              <a:buNone/>
            </a:pPr>
            <a:r>
              <a:rPr lang="en-US" sz="1500" dirty="0">
                <a:solidFill>
                  <a:srgbClr val="002B5C"/>
                </a:solidFill>
                <a:latin typeface="Garamond" pitchFamily="34" charset="0"/>
              </a:rPr>
              <a:t>Code / system architecture addressing violations</a:t>
            </a:r>
          </a:p>
        </p:txBody>
      </p:sp>
      <p:sp>
        <p:nvSpPr>
          <p:cNvPr id="205" name="Box_Policy"/>
          <p:cNvSpPr/>
          <p:nvPr/>
        </p:nvSpPr>
        <p:spPr>
          <a:xfrm>
            <a:off x="5350000" y="2650402"/>
            <a:ext cx="2378088" cy="958000"/>
          </a:xfrm>
          <a:prstGeom prst="roundRect">
            <a:avLst>
              <a:gd name="adj" fmla="val 15000"/>
            </a:avLst>
          </a:prstGeom>
          <a:solidFill>
            <a:srgbClr val="E8EDF3"/>
          </a:solidFill>
          <a:ln w="19050">
            <a:solidFill>
              <a:srgbClr val="00A887"/>
            </a:solidFill>
          </a:ln>
        </p:spPr>
        <p:txBody>
          <a:bodyPr wrap="square" lIns="91440" tIns="60960" rIns="91440" bIns="60960" anchor="ctr">
            <a:noAutofit/>
          </a:bodyPr>
          <a:lstStyle/>
          <a:p>
            <a:pPr algn="ctr">
              <a:buNone/>
            </a:pPr>
            <a:r>
              <a:rPr lang="en-US" sz="1500" b="1" dirty="0">
                <a:solidFill>
                  <a:srgbClr val="00A887"/>
                </a:solidFill>
                <a:latin typeface="Garamond" pitchFamily="34" charset="0"/>
              </a:rPr>
              <a:t>📋 Policy</a:t>
            </a:r>
          </a:p>
          <a:p>
            <a:pPr algn="ctr">
              <a:buNone/>
            </a:pPr>
            <a:r>
              <a:rPr lang="en-US" sz="1500" dirty="0">
                <a:solidFill>
                  <a:srgbClr val="002B5C"/>
                </a:solidFill>
                <a:latin typeface="Garamond" pitchFamily="34" charset="0"/>
              </a:rPr>
              <a:t>Rules / guidelines governing the system</a:t>
            </a:r>
          </a:p>
        </p:txBody>
      </p:sp>
      <p:sp>
        <p:nvSpPr>
          <p:cNvPr id="206" name="Box_UX"/>
          <p:cNvSpPr/>
          <p:nvPr/>
        </p:nvSpPr>
        <p:spPr>
          <a:xfrm>
            <a:off x="8154745" y="2606159"/>
            <a:ext cx="2378088" cy="958000"/>
          </a:xfrm>
          <a:prstGeom prst="roundRect">
            <a:avLst>
              <a:gd name="adj" fmla="val 15000"/>
            </a:avLst>
          </a:prstGeom>
          <a:solidFill>
            <a:srgbClr val="E8EDF3"/>
          </a:solidFill>
          <a:ln w="19050">
            <a:solidFill>
              <a:srgbClr val="5BC2E7"/>
            </a:solidFill>
          </a:ln>
        </p:spPr>
        <p:txBody>
          <a:bodyPr wrap="square" lIns="91440" tIns="60960" rIns="91440" bIns="60960" anchor="ctr">
            <a:noAutofit/>
          </a:bodyPr>
          <a:lstStyle/>
          <a:p>
            <a:pPr algn="ctr">
              <a:buNone/>
            </a:pPr>
            <a:r>
              <a:rPr lang="en-US" sz="1500" b="1" dirty="0">
                <a:solidFill>
                  <a:srgbClr val="5BC2E7"/>
                </a:solidFill>
                <a:latin typeface="Garamond" pitchFamily="34" charset="0"/>
              </a:rPr>
              <a:t>📱 UX Design</a:t>
            </a:r>
          </a:p>
          <a:p>
            <a:pPr algn="ctr">
              <a:buNone/>
            </a:pPr>
            <a:r>
              <a:rPr lang="en-US" sz="1500" dirty="0">
                <a:solidFill>
                  <a:srgbClr val="002B5C"/>
                </a:solidFill>
                <a:latin typeface="Garamond" pitchFamily="34" charset="0"/>
              </a:rPr>
              <a:t>Interfaces transparent and respectful</a:t>
            </a:r>
          </a:p>
        </p:txBody>
      </p:sp>
      <p:sp>
        <p:nvSpPr>
          <p:cNvPr id="230" name="VL_Tech"/>
          <p:cNvSpPr/>
          <p:nvPr/>
        </p:nvSpPr>
        <p:spPr>
          <a:xfrm>
            <a:off x="4264015" y="3998847"/>
            <a:ext cx="10000" cy="330000"/>
          </a:xfrm>
          <a:prstGeom prst="rect">
            <a:avLst/>
          </a:prstGeom>
          <a:solidFill>
            <a:srgbClr val="5BC2E7"/>
          </a:solidFill>
          <a:ln w="0">
            <a:noFill/>
          </a:ln>
        </p:spPr>
        <p:txBody>
          <a:bodyPr/>
          <a:lstStyle/>
          <a:p>
            <a:endParaRPr lang="en-US"/>
          </a:p>
        </p:txBody>
      </p:sp>
      <p:sp>
        <p:nvSpPr>
          <p:cNvPr id="231" name="VL_Policy"/>
          <p:cNvSpPr/>
          <p:nvPr/>
        </p:nvSpPr>
        <p:spPr>
          <a:xfrm>
            <a:off x="6529044" y="3627280"/>
            <a:ext cx="10000" cy="330000"/>
          </a:xfrm>
          <a:prstGeom prst="rect">
            <a:avLst/>
          </a:prstGeom>
          <a:solidFill>
            <a:srgbClr val="5BC2E7"/>
          </a:solidFill>
          <a:ln w="0">
            <a:noFill/>
          </a:ln>
        </p:spPr>
        <p:txBody>
          <a:bodyPr/>
          <a:lstStyle/>
          <a:p>
            <a:endParaRPr lang="en-US"/>
          </a:p>
        </p:txBody>
      </p:sp>
      <p:sp>
        <p:nvSpPr>
          <p:cNvPr id="232" name="VL_UX"/>
          <p:cNvSpPr/>
          <p:nvPr/>
        </p:nvSpPr>
        <p:spPr>
          <a:xfrm>
            <a:off x="9013374" y="3627280"/>
            <a:ext cx="10000" cy="330000"/>
          </a:xfrm>
          <a:prstGeom prst="rect">
            <a:avLst/>
          </a:prstGeom>
          <a:solidFill>
            <a:srgbClr val="5BC2E7"/>
          </a:solidFill>
          <a:ln w="0">
            <a:noFill/>
          </a:ln>
        </p:spPr>
        <p:txBody>
          <a:bodyPr/>
          <a:lstStyle/>
          <a:p>
            <a:endParaRPr lang="en-US"/>
          </a:p>
        </p:txBody>
      </p:sp>
      <p:sp>
        <p:nvSpPr>
          <p:cNvPr id="233" name="HConv"/>
          <p:cNvSpPr/>
          <p:nvPr/>
        </p:nvSpPr>
        <p:spPr>
          <a:xfrm flipV="1">
            <a:off x="4280000" y="2438635"/>
            <a:ext cx="4703328" cy="45719"/>
          </a:xfrm>
          <a:prstGeom prst="rect">
            <a:avLst/>
          </a:prstGeom>
          <a:solidFill>
            <a:srgbClr val="5BC2E7"/>
          </a:solidFill>
          <a:ln w="0">
            <a:noFill/>
          </a:ln>
        </p:spPr>
        <p:txBody>
          <a:bodyPr/>
          <a:lstStyle/>
          <a:p>
            <a:endParaRPr lang="en-US"/>
          </a:p>
        </p:txBody>
      </p:sp>
      <p:sp>
        <p:nvSpPr>
          <p:cNvPr id="234" name="VL_Conv"/>
          <p:cNvSpPr/>
          <p:nvPr/>
        </p:nvSpPr>
        <p:spPr>
          <a:xfrm>
            <a:off x="4280000" y="3679457"/>
            <a:ext cx="10000" cy="325000"/>
          </a:xfrm>
          <a:prstGeom prst="rect">
            <a:avLst/>
          </a:prstGeom>
          <a:solidFill>
            <a:srgbClr val="5BC2E7"/>
          </a:solidFill>
          <a:ln w="0">
            <a:noFill/>
          </a:ln>
        </p:spPr>
        <p:txBody>
          <a:bodyPr/>
          <a:lstStyle/>
          <a:p>
            <a:endParaRPr lang="en-US"/>
          </a:p>
        </p:txBody>
      </p:sp>
      <p:sp>
        <p:nvSpPr>
          <p:cNvPr id="207" name="Box_Categorise"/>
          <p:cNvSpPr/>
          <p:nvPr/>
        </p:nvSpPr>
        <p:spPr>
          <a:xfrm>
            <a:off x="3480000" y="4261360"/>
            <a:ext cx="2350000" cy="700000"/>
          </a:xfrm>
          <a:prstGeom prst="roundRect">
            <a:avLst>
              <a:gd name="adj" fmla="val 15000"/>
            </a:avLst>
          </a:prstGeom>
          <a:solidFill>
            <a:srgbClr val="002B5C"/>
          </a:solidFill>
          <a:ln w="0">
            <a:noFill/>
          </a:ln>
        </p:spPr>
        <p:txBody>
          <a:bodyPr wrap="square" lIns="91440" tIns="60960" rIns="91440" bIns="60960" anchor="ctr">
            <a:normAutofit/>
          </a:bodyPr>
          <a:lstStyle/>
          <a:p>
            <a:pPr algn="ctr">
              <a:buNone/>
            </a:pPr>
            <a:r>
              <a:rPr lang="en-US" sz="1500" b="1" dirty="0">
                <a:solidFill>
                  <a:srgbClr val="FFFFFF"/>
                </a:solidFill>
                <a:latin typeface="Garamond" pitchFamily="34" charset="0"/>
              </a:rPr>
              <a:t>CATEGORISE</a:t>
            </a:r>
          </a:p>
          <a:p>
            <a:pPr algn="ctr">
              <a:buNone/>
            </a:pPr>
            <a:r>
              <a:rPr lang="en-US" sz="1500" dirty="0">
                <a:solidFill>
                  <a:srgbClr val="5BC2E7"/>
                </a:solidFill>
                <a:latin typeface="Garamond" pitchFamily="34" charset="0"/>
              </a:rPr>
              <a:t>Solutions by ethical theme</a:t>
            </a:r>
          </a:p>
        </p:txBody>
      </p:sp>
      <p:sp>
        <p:nvSpPr>
          <p:cNvPr id="240" name="Arr_Final"/>
          <p:cNvSpPr/>
          <p:nvPr/>
        </p:nvSpPr>
        <p:spPr>
          <a:xfrm>
            <a:off x="5880000" y="4556360"/>
            <a:ext cx="360000" cy="180000"/>
          </a:xfrm>
          <a:prstGeom prst="rightArrow">
            <a:avLst>
              <a:gd name="adj1" fmla="val 50000"/>
              <a:gd name="adj2" fmla="val 50000"/>
            </a:avLst>
          </a:prstGeom>
          <a:solidFill>
            <a:srgbClr val="5BC2E7"/>
          </a:solidFill>
          <a:ln w="0">
            <a:noFill/>
          </a:ln>
        </p:spPr>
        <p:txBody>
          <a:bodyPr/>
          <a:lstStyle/>
          <a:p>
            <a:endParaRPr lang="en-US"/>
          </a:p>
        </p:txBody>
      </p:sp>
      <p:sp>
        <p:nvSpPr>
          <p:cNvPr id="208" name="Box_Output"/>
          <p:cNvSpPr/>
          <p:nvPr/>
        </p:nvSpPr>
        <p:spPr>
          <a:xfrm>
            <a:off x="6290000" y="4261360"/>
            <a:ext cx="3500000" cy="700000"/>
          </a:xfrm>
          <a:prstGeom prst="roundRect">
            <a:avLst>
              <a:gd name="adj" fmla="val 15000"/>
            </a:avLst>
          </a:prstGeom>
          <a:solidFill>
            <a:srgbClr val="006DAE"/>
          </a:solidFill>
          <a:ln w="0">
            <a:noFill/>
          </a:ln>
        </p:spPr>
        <p:txBody>
          <a:bodyPr wrap="square" lIns="91440" tIns="60960" rIns="91440" bIns="60960" anchor="ctr">
            <a:noAutofit/>
          </a:bodyPr>
          <a:lstStyle/>
          <a:p>
            <a:pPr algn="ctr">
              <a:buNone/>
            </a:pPr>
            <a:r>
              <a:rPr lang="en-US" sz="1500" b="1" dirty="0">
                <a:solidFill>
                  <a:srgbClr val="FFFFFF"/>
                </a:solidFill>
                <a:latin typeface="Garamond" pitchFamily="34" charset="0"/>
              </a:rPr>
              <a:t>STEP 2 OUTPUT</a:t>
            </a:r>
          </a:p>
          <a:p>
            <a:pPr algn="ctr">
              <a:buNone/>
            </a:pPr>
            <a:r>
              <a:rPr lang="en-US" sz="1500" dirty="0">
                <a:solidFill>
                  <a:srgbClr val="E8EDF3"/>
                </a:solidFill>
                <a:latin typeface="Garamond" pitchFamily="34" charset="0"/>
              </a:rPr>
              <a:t>Categorised solution ideas addressing all violations</a:t>
            </a:r>
          </a:p>
        </p:txBody>
      </p:sp>
      <p:sp>
        <p:nvSpPr>
          <p:cNvPr id="242" name="Arr_Down"/>
          <p:cNvSpPr/>
          <p:nvPr/>
        </p:nvSpPr>
        <p:spPr>
          <a:xfrm>
            <a:off x="7822079" y="4988953"/>
            <a:ext cx="182880" cy="466386"/>
          </a:xfrm>
          <a:prstGeom prst="downArrow">
            <a:avLst>
              <a:gd name="adj1" fmla="val 50000"/>
              <a:gd name="adj2" fmla="val 50000"/>
            </a:avLst>
          </a:prstGeom>
          <a:solidFill>
            <a:srgbClr val="5BC2E7"/>
          </a:solidFill>
          <a:ln w="0">
            <a:noFill/>
          </a:ln>
        </p:spPr>
        <p:txBody>
          <a:bodyPr/>
          <a:lstStyle/>
          <a:p>
            <a:endParaRPr lang="en-US"/>
          </a:p>
        </p:txBody>
      </p:sp>
      <p:sp>
        <p:nvSpPr>
          <p:cNvPr id="243" name="SelectLabel"/>
          <p:cNvSpPr/>
          <p:nvPr/>
        </p:nvSpPr>
        <p:spPr>
          <a:xfrm>
            <a:off x="8154745" y="5044318"/>
            <a:ext cx="1700000" cy="220000"/>
          </a:xfrm>
          <a:prstGeom prst="rect">
            <a:avLst/>
          </a:prstGeom>
          <a:noFill/>
          <a:ln w="0">
            <a:noFill/>
          </a:ln>
        </p:spPr>
        <p:txBody>
          <a:bodyPr wrap="square" lIns="0" tIns="0" rIns="0" bIns="0" anchor="ctr">
            <a:noAutofit/>
          </a:bodyPr>
          <a:lstStyle/>
          <a:p>
            <a:pPr algn="l">
              <a:buNone/>
            </a:pPr>
            <a:r>
              <a:rPr lang="en-US" sz="1600" b="1" i="1" dirty="0">
                <a:solidFill>
                  <a:srgbClr val="636363"/>
                </a:solidFill>
                <a:latin typeface="Garamond" pitchFamily="34" charset="0"/>
              </a:rPr>
              <a:t>select by most impact</a:t>
            </a:r>
          </a:p>
        </p:txBody>
      </p:sp>
      <p:sp>
        <p:nvSpPr>
          <p:cNvPr id="244" name="Box_Product"/>
          <p:cNvSpPr/>
          <p:nvPr/>
        </p:nvSpPr>
        <p:spPr>
          <a:xfrm>
            <a:off x="6310000" y="5435958"/>
            <a:ext cx="5357744" cy="944042"/>
          </a:xfrm>
          <a:prstGeom prst="roundRect">
            <a:avLst>
              <a:gd name="adj" fmla="val 12000"/>
            </a:avLst>
          </a:prstGeom>
          <a:solidFill>
            <a:srgbClr val="002B5C"/>
          </a:solidFill>
          <a:ln w="25400">
            <a:solidFill>
              <a:srgbClr val="5BC2E7"/>
            </a:solidFill>
          </a:ln>
        </p:spPr>
        <p:txBody>
          <a:bodyPr wrap="square" lIns="91440" tIns="60960" rIns="91440" bIns="60960" anchor="ctr">
            <a:normAutofit/>
          </a:bodyPr>
          <a:lstStyle/>
          <a:p>
            <a:pPr algn="ctr">
              <a:buNone/>
            </a:pPr>
            <a:r>
              <a:rPr lang="en-US" sz="1700" b="1" dirty="0">
                <a:solidFill>
                  <a:srgbClr val="5BC2E7"/>
                </a:solidFill>
                <a:latin typeface="Garamond" pitchFamily="34" charset="0"/>
              </a:rPr>
              <a:t>PROPOSED PRODUCT SOLUTION</a:t>
            </a:r>
          </a:p>
          <a:p>
            <a:pPr algn="ctr">
              <a:buNone/>
            </a:pPr>
            <a:r>
              <a:rPr lang="en-US" sz="1700" dirty="0">
                <a:solidFill>
                  <a:srgbClr val="E8EDF3"/>
                </a:solidFill>
                <a:latin typeface="Garamond" pitchFamily="34" charset="0"/>
              </a:rPr>
              <a:t>Your selected solution → feeds into Step 3: Implement</a:t>
            </a:r>
          </a:p>
        </p:txBody>
      </p:sp>
      <p:sp>
        <p:nvSpPr>
          <p:cNvPr id="2" name="HConv">
            <a:extLst>
              <a:ext uri="{FF2B5EF4-FFF2-40B4-BE49-F238E27FC236}">
                <a16:creationId xmlns:a16="http://schemas.microsoft.com/office/drawing/2014/main" id="{B6D37F54-9977-9909-E30A-3B8FA8DFF3E1}"/>
              </a:ext>
            </a:extLst>
          </p:cNvPr>
          <p:cNvSpPr/>
          <p:nvPr/>
        </p:nvSpPr>
        <p:spPr>
          <a:xfrm flipV="1">
            <a:off x="4280000" y="3948720"/>
            <a:ext cx="4703328" cy="45719"/>
          </a:xfrm>
          <a:prstGeom prst="rect">
            <a:avLst/>
          </a:prstGeom>
          <a:solidFill>
            <a:srgbClr val="5BC2E7"/>
          </a:solidFill>
          <a:ln w="0">
            <a:noFill/>
          </a:ln>
        </p:spPr>
        <p:txBody>
          <a:bodyPr/>
          <a:lstStyle/>
          <a:p>
            <a:endParaRPr lang="en-US"/>
          </a:p>
        </p:txBody>
      </p:sp>
      <p:sp>
        <p:nvSpPr>
          <p:cNvPr id="3" name="VLine">
            <a:extLst>
              <a:ext uri="{FF2B5EF4-FFF2-40B4-BE49-F238E27FC236}">
                <a16:creationId xmlns:a16="http://schemas.microsoft.com/office/drawing/2014/main" id="{4034AE01-3F86-82CF-BD57-FCF245EAF352}"/>
              </a:ext>
            </a:extLst>
          </p:cNvPr>
          <p:cNvSpPr/>
          <p:nvPr/>
        </p:nvSpPr>
        <p:spPr>
          <a:xfrm>
            <a:off x="6663088" y="2365253"/>
            <a:ext cx="10000" cy="340000"/>
          </a:xfrm>
          <a:prstGeom prst="rect">
            <a:avLst/>
          </a:prstGeom>
          <a:solidFill>
            <a:srgbClr val="5BC2E7"/>
          </a:solidFill>
          <a:ln w="0">
            <a:noFill/>
          </a:ln>
        </p:spPr>
        <p:txBody>
          <a:bodyPr/>
          <a:lstStyle/>
          <a:p>
            <a:endParaRPr lang="en-US"/>
          </a:p>
        </p:txBody>
      </p:sp>
      <p:sp>
        <p:nvSpPr>
          <p:cNvPr id="4" name="VLine">
            <a:extLst>
              <a:ext uri="{FF2B5EF4-FFF2-40B4-BE49-F238E27FC236}">
                <a16:creationId xmlns:a16="http://schemas.microsoft.com/office/drawing/2014/main" id="{F7A72AD0-18D4-405C-2F9E-C7BECF384F0C}"/>
              </a:ext>
            </a:extLst>
          </p:cNvPr>
          <p:cNvSpPr/>
          <p:nvPr/>
        </p:nvSpPr>
        <p:spPr>
          <a:xfrm>
            <a:off x="8983328" y="2516479"/>
            <a:ext cx="10000" cy="340000"/>
          </a:xfrm>
          <a:prstGeom prst="rect">
            <a:avLst/>
          </a:prstGeom>
          <a:solidFill>
            <a:srgbClr val="5BC2E7"/>
          </a:solidFill>
          <a:ln w="0">
            <a:noFill/>
          </a:ln>
        </p:spPr>
        <p:txBody>
          <a:bodyPr/>
          <a:lstStyle/>
          <a:p>
            <a:endParaRPr lang="en-US"/>
          </a:p>
        </p:txBody>
      </p:sp>
      <p:cxnSp>
        <p:nvCxnSpPr>
          <p:cNvPr id="6" name="Elbow Connector 5">
            <a:extLst>
              <a:ext uri="{FF2B5EF4-FFF2-40B4-BE49-F238E27FC236}">
                <a16:creationId xmlns:a16="http://schemas.microsoft.com/office/drawing/2014/main" id="{3241DA6C-9D2D-DBDF-1728-43F60AA8DCB1}"/>
              </a:ext>
            </a:extLst>
          </p:cNvPr>
          <p:cNvCxnSpPr>
            <a:cxnSpLocks/>
            <a:stCxn id="203" idx="3"/>
            <a:endCxn id="3" idx="0"/>
          </p:cNvCxnSpPr>
          <p:nvPr/>
        </p:nvCxnSpPr>
        <p:spPr>
          <a:xfrm flipH="1">
            <a:off x="6668088" y="1637257"/>
            <a:ext cx="1847784" cy="727996"/>
          </a:xfrm>
          <a:prstGeom prst="bentConnector4">
            <a:avLst>
              <a:gd name="adj1" fmla="val -33309"/>
              <a:gd name="adj2" fmla="val 107780"/>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101" name="HeaderBar"/>
          <p:cNvSpPr/>
          <p:nvPr/>
        </p:nvSpPr>
        <p:spPr>
          <a:xfrm>
            <a:off x="0" y="0"/>
            <a:ext cx="12192000" cy="1036320"/>
          </a:xfrm>
          <a:prstGeom prst="rect">
            <a:avLst/>
          </a:prstGeom>
          <a:solidFill>
            <a:srgbClr val="002B5C"/>
          </a:solidFill>
          <a:ln w="0">
            <a:noFill/>
          </a:ln>
        </p:spPr>
        <p:txBody>
          <a:bodyPr/>
          <a:lstStyle/>
          <a:p>
            <a:endParaRPr lang="en-US"/>
          </a:p>
        </p:txBody>
      </p:sp>
      <p:sp>
        <p:nvSpPr>
          <p:cNvPr id="102" name="LeftBar"/>
          <p:cNvSpPr/>
          <p:nvPr/>
        </p:nvSpPr>
        <p:spPr>
          <a:xfrm>
            <a:off x="0" y="0"/>
            <a:ext cx="182880" cy="6858000"/>
          </a:xfrm>
          <a:prstGeom prst="rect">
            <a:avLst/>
          </a:prstGeom>
          <a:solidFill>
            <a:srgbClr val="006DAE"/>
          </a:solidFill>
          <a:ln w="0">
            <a:noFill/>
          </a:ln>
        </p:spPr>
        <p:txBody>
          <a:bodyPr/>
          <a:lstStyle/>
          <a:p>
            <a:endParaRPr lang="en-US"/>
          </a:p>
        </p:txBody>
      </p:sp>
      <p:sp>
        <p:nvSpPr>
          <p:cNvPr id="103" name="FooterBar"/>
          <p:cNvSpPr/>
          <p:nvPr/>
        </p:nvSpPr>
        <p:spPr>
          <a:xfrm>
            <a:off x="0" y="6522720"/>
            <a:ext cx="12192000" cy="335280"/>
          </a:xfrm>
          <a:prstGeom prst="rect">
            <a:avLst/>
          </a:prstGeom>
          <a:solidFill>
            <a:srgbClr val="F5F5F5"/>
          </a:solidFill>
          <a:ln w="0">
            <a:noFill/>
          </a:ln>
        </p:spPr>
        <p:txBody>
          <a:bodyPr/>
          <a:lstStyle/>
          <a:p>
            <a:endParaRPr lang="en-US"/>
          </a:p>
        </p:txBody>
      </p:sp>
      <p:sp>
        <p:nvSpPr>
          <p:cNvPr id="104" name="TitleText"/>
          <p:cNvSpPr/>
          <p:nvPr/>
        </p:nvSpPr>
        <p:spPr>
          <a:xfrm>
            <a:off x="402336" y="60960"/>
            <a:ext cx="11265408" cy="975360"/>
          </a:xfrm>
          <a:prstGeom prst="rect">
            <a:avLst/>
          </a:prstGeom>
          <a:noFill/>
          <a:ln w="0">
            <a:noFill/>
          </a:ln>
        </p:spPr>
        <p:txBody>
          <a:bodyPr wrap="square" lIns="0" tIns="0" rIns="0" bIns="0" rtlCol="0" anchor="ctr">
            <a:normAutofit/>
          </a:bodyPr>
          <a:lstStyle/>
          <a:p>
            <a:pPr marL="0" indent="0" algn="l">
              <a:buNone/>
            </a:pPr>
            <a:r>
              <a:rPr lang="en-US" sz="2800" b="1" dirty="0">
                <a:solidFill>
                  <a:srgbClr val="FFFFFF"/>
                </a:solidFill>
                <a:latin typeface="Garamond" pitchFamily="34" charset="0"/>
              </a:rPr>
              <a:t>Activity 1: Short quiz on ERF</a:t>
            </a:r>
          </a:p>
        </p:txBody>
      </p:sp>
      <p:sp>
        <p:nvSpPr>
          <p:cNvPr id="105" name="FooterText"/>
          <p:cNvSpPr/>
          <p:nvPr/>
        </p:nvSpPr>
        <p:spPr>
          <a:xfrm>
            <a:off x="341376" y="6582720"/>
            <a:ext cx="9753600" cy="295280"/>
          </a:xfrm>
          <a:prstGeom prst="rect">
            <a:avLst/>
          </a:prstGeom>
          <a:noFill/>
          <a:ln w="0">
            <a:noFill/>
          </a:ln>
        </p:spPr>
        <p:txBody>
          <a:bodyPr wrap="square" lIns="0" tIns="0" rIns="0" bIns="0" rtlCol="0" anchor="ctr"/>
          <a:lstStyle/>
          <a:p>
            <a:pPr marL="0" indent="0" algn="l">
              <a:buNone/>
            </a:pPr>
            <a:r>
              <a:rPr lang="en-US" sz="1000" dirty="0">
                <a:solidFill>
                  <a:srgbClr val="027EB5"/>
                </a:solidFill>
                <a:latin typeface="Garamond" pitchFamily="34" charset="0"/>
              </a:rPr>
              <a:t>FIT1055: IT Professional Practice and Ethics  |  Week 7</a:t>
            </a:r>
          </a:p>
        </p:txBody>
      </p:sp>
      <p:sp>
        <p:nvSpPr>
          <p:cNvPr id="3" name="Subtitle 2">
            <a:extLst>
              <a:ext uri="{FF2B5EF4-FFF2-40B4-BE49-F238E27FC236}">
                <a16:creationId xmlns:a16="http://schemas.microsoft.com/office/drawing/2014/main" id="{CD9A20E2-6723-ED30-39AF-24FD800E4013}"/>
              </a:ext>
            </a:extLst>
          </p:cNvPr>
          <p:cNvSpPr>
            <a:spLocks noGrp="1"/>
          </p:cNvSpPr>
          <p:nvPr>
            <p:ph type="subTitle" idx="1"/>
          </p:nvPr>
        </p:nvSpPr>
        <p:spPr>
          <a:xfrm>
            <a:off x="1991544" y="2708920"/>
            <a:ext cx="9974560" cy="1913731"/>
          </a:xfrm>
        </p:spPr>
        <p:txBody>
          <a:bodyPr/>
          <a:lstStyle/>
          <a:p>
            <a:pPr algn="l"/>
            <a:endParaRPr lang="en-US" dirty="0"/>
          </a:p>
          <a:p>
            <a:pPr algn="l"/>
            <a:endParaRPr lang="en-US" dirty="0"/>
          </a:p>
        </p:txBody>
      </p:sp>
      <p:sp>
        <p:nvSpPr>
          <p:cNvPr id="6" name="Rectangle 5">
            <a:extLst>
              <a:ext uri="{FF2B5EF4-FFF2-40B4-BE49-F238E27FC236}">
                <a16:creationId xmlns:a16="http://schemas.microsoft.com/office/drawing/2014/main" id="{AF3B1908-2CD3-FB4D-9FF2-E9C91F68C001}"/>
              </a:ext>
            </a:extLst>
          </p:cNvPr>
          <p:cNvSpPr/>
          <p:nvPr/>
        </p:nvSpPr>
        <p:spPr>
          <a:xfrm>
            <a:off x="758080" y="1708710"/>
            <a:ext cx="9649072" cy="830997"/>
          </a:xfrm>
          <a:prstGeom prst="rect">
            <a:avLst/>
          </a:prstGeom>
        </p:spPr>
        <p:txBody>
          <a:bodyPr wrap="square">
            <a:normAutofit/>
          </a:bodyPr>
          <a:lstStyle/>
          <a:p>
            <a:pPr marL="161061" marR="441528" indent="1537" algn="just" rtl="0">
              <a:spcBef>
                <a:spcPts val="1292"/>
              </a:spcBef>
              <a:spcAft>
                <a:spcPts val="0"/>
              </a:spcAft>
            </a:pPr>
            <a:br>
              <a:rPr lang="en-US" sz="2400" dirty="0">
                <a:latin typeface="Garamond" panose="02020404030301010803" pitchFamily="18" charset="0"/>
              </a:rPr>
            </a:br>
            <a:endParaRPr lang="en-MY" sz="2400" dirty="0">
              <a:effectLst/>
              <a:latin typeface="Garamond" panose="02020404030301010803" pitchFamily="18" charset="0"/>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074FD3A1-E645-9627-0E6A-1ECEA96BE3CD}"/>
              </a:ext>
            </a:extLst>
          </p:cNvPr>
          <p:cNvSpPr/>
          <p:nvPr/>
        </p:nvSpPr>
        <p:spPr>
          <a:xfrm>
            <a:off x="758080" y="1708710"/>
            <a:ext cx="9649072" cy="1903085"/>
          </a:xfrm>
          <a:prstGeom prst="rect">
            <a:avLst/>
          </a:prstGeom>
        </p:spPr>
        <p:txBody>
          <a:bodyPr wrap="square">
            <a:noAutofit/>
          </a:bodyPr>
          <a:lstStyle/>
          <a:p>
            <a:pPr marL="161061" marR="441528" indent="1537" rtl="0">
              <a:spcBef>
                <a:spcPts val="1292"/>
              </a:spcBef>
              <a:spcAft>
                <a:spcPts val="0"/>
              </a:spcAft>
            </a:pPr>
            <a:r>
              <a:rPr lang="en-US" sz="2600" dirty="0">
                <a:latin typeface="Garamond" panose="02020404030301010803" pitchFamily="18" charset="0"/>
              </a:rPr>
              <a:t>Test your understanding of ERF</a:t>
            </a:r>
          </a:p>
          <a:p>
            <a:pPr marL="161061" marR="441528" indent="1537">
              <a:spcBef>
                <a:spcPts val="1292"/>
              </a:spcBef>
              <a:spcAft>
                <a:spcPts val="0"/>
              </a:spcAft>
            </a:pPr>
            <a:r>
              <a:rPr lang="en-US" sz="2600" dirty="0">
                <a:latin typeface="Garamond" panose="02020404030301010803" pitchFamily="18" charset="0"/>
                <a:hlinkClick r:id="rId3"/>
              </a:rPr>
              <a:t>https://wayground.com/join?gc=51350337&amp;source=liveDashboard</a:t>
            </a:r>
            <a:endParaRPr lang="en-US" sz="2600" dirty="0">
              <a:latin typeface="Garamond" panose="02020404030301010803" pitchFamily="18" charset="0"/>
            </a:endParaRPr>
          </a:p>
          <a:p>
            <a:pPr marL="161061" marR="441528" indent="1537">
              <a:spcBef>
                <a:spcPts val="1292"/>
              </a:spcBef>
              <a:spcAft>
                <a:spcPts val="0"/>
              </a:spcAft>
            </a:pPr>
            <a:endParaRPr lang="en-US" sz="2600" dirty="0">
              <a:latin typeface="Garamond" panose="02020404030301010803" pitchFamily="18" charset="0"/>
            </a:endParaRPr>
          </a:p>
          <a:p>
            <a:pPr marL="161061" marR="441528" indent="1537" rtl="0">
              <a:spcBef>
                <a:spcPts val="1292"/>
              </a:spcBef>
              <a:spcAft>
                <a:spcPts val="0"/>
              </a:spcAft>
            </a:pPr>
            <a:br>
              <a:rPr lang="en-US" sz="2600" dirty="0">
                <a:latin typeface="Garamond" panose="02020404030301010803" pitchFamily="18" charset="0"/>
              </a:rPr>
            </a:br>
            <a:endParaRPr lang="en-MY" sz="2600" dirty="0">
              <a:effectLst/>
              <a:latin typeface="Garamond" panose="02020404030301010803" pitchFamily="18" charset="0"/>
              <a:ea typeface="Calibri" panose="020F0502020204030204" pitchFamily="34" charset="0"/>
              <a:cs typeface="Times New Roman" panose="02020603050405020304" pitchFamily="18"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2">
    <p:bg>
      <p:bgPr>
        <a:solidFill>
          <a:srgbClr val="002B5C"/>
        </a:solidFill>
        <a:effectLst/>
      </p:bgPr>
    </p:bg>
    <p:spTree>
      <p:nvGrpSpPr>
        <p:cNvPr id="1" name=""/>
        <p:cNvGrpSpPr/>
        <p:nvPr/>
      </p:nvGrpSpPr>
      <p:grpSpPr>
        <a:xfrm>
          <a:off x="0" y="0"/>
          <a:ext cx="0" cy="0"/>
          <a:chOff x="0" y="0"/>
          <a:chExt cx="0" cy="0"/>
        </a:xfrm>
      </p:grpSpPr>
      <p:sp>
        <p:nvSpPr>
          <p:cNvPr id="102" name="LeftBar"/>
          <p:cNvSpPr/>
          <p:nvPr/>
        </p:nvSpPr>
        <p:spPr>
          <a:xfrm>
            <a:off x="0" y="0"/>
            <a:ext cx="182880" cy="6858000"/>
          </a:xfrm>
          <a:prstGeom prst="rect">
            <a:avLst/>
          </a:prstGeom>
          <a:solidFill>
            <a:srgbClr val="006DAE"/>
          </a:solidFill>
          <a:ln w="0">
            <a:noFill/>
          </a:ln>
        </p:spPr>
        <p:txBody>
          <a:bodyPr/>
          <a:lstStyle/>
          <a:p>
            <a:endParaRPr lang="en-US"/>
          </a:p>
        </p:txBody>
      </p:sp>
      <p:sp>
        <p:nvSpPr>
          <p:cNvPr id="103" name="FooterBar"/>
          <p:cNvSpPr/>
          <p:nvPr/>
        </p:nvSpPr>
        <p:spPr>
          <a:xfrm>
            <a:off x="0" y="6522720"/>
            <a:ext cx="12192000" cy="335280"/>
          </a:xfrm>
          <a:prstGeom prst="rect">
            <a:avLst/>
          </a:prstGeom>
          <a:solidFill>
            <a:srgbClr val="F5F5F5"/>
          </a:solidFill>
          <a:ln w="0">
            <a:noFill/>
          </a:ln>
        </p:spPr>
        <p:txBody>
          <a:bodyPr/>
          <a:lstStyle/>
          <a:p>
            <a:endParaRPr lang="en-US"/>
          </a:p>
        </p:txBody>
      </p:sp>
      <p:sp>
        <p:nvSpPr>
          <p:cNvPr id="105" name="FooterText"/>
          <p:cNvSpPr/>
          <p:nvPr/>
        </p:nvSpPr>
        <p:spPr>
          <a:xfrm>
            <a:off x="341376" y="6582720"/>
            <a:ext cx="9753600" cy="295280"/>
          </a:xfrm>
          <a:prstGeom prst="rect">
            <a:avLst/>
          </a:prstGeom>
          <a:noFill/>
          <a:ln w="0">
            <a:noFill/>
          </a:ln>
        </p:spPr>
        <p:txBody>
          <a:bodyPr wrap="square" lIns="0" tIns="0" rIns="0" bIns="0" rtlCol="0" anchor="ctr"/>
          <a:lstStyle/>
          <a:p>
            <a:pPr marL="0" indent="0" algn="l">
              <a:buNone/>
            </a:pPr>
            <a:r>
              <a:rPr lang="en-US" sz="1000" dirty="0">
                <a:solidFill>
                  <a:srgbClr val="027EB5"/>
                </a:solidFill>
                <a:latin typeface="Garamond" pitchFamily="34" charset="0"/>
              </a:rPr>
              <a:t>FIT1055: IT Professional Practice and Ethics  |  Week 7</a:t>
            </a:r>
          </a:p>
        </p:txBody>
      </p:sp>
      <p:sp>
        <p:nvSpPr>
          <p:cNvPr id="201" name="SecTitle"/>
          <p:cNvSpPr/>
          <p:nvPr/>
        </p:nvSpPr>
        <p:spPr>
          <a:xfrm>
            <a:off x="609600" y="1524000"/>
            <a:ext cx="10972800" cy="1340000"/>
          </a:xfrm>
          <a:prstGeom prst="rect">
            <a:avLst/>
          </a:prstGeom>
          <a:noFill/>
          <a:ln w="0">
            <a:noFill/>
          </a:ln>
        </p:spPr>
        <p:txBody>
          <a:bodyPr wrap="square" lIns="0" tIns="0" rIns="0" bIns="0" rtlCol="0" anchor="b">
            <a:normAutofit/>
          </a:bodyPr>
          <a:lstStyle/>
          <a:p>
            <a:pPr marL="0" indent="0" algn="l">
              <a:buNone/>
            </a:pPr>
            <a:r>
              <a:rPr lang="en-US" sz="4400" b="1" dirty="0">
                <a:solidFill>
                  <a:srgbClr val="FFFFFF"/>
                </a:solidFill>
                <a:latin typeface="Garamond" pitchFamily="34" charset="0"/>
              </a:rPr>
              <a:t>Quiz and active learning activity</a:t>
            </a:r>
          </a:p>
        </p:txBody>
      </p:sp>
      <p:sp>
        <p:nvSpPr>
          <p:cNvPr id="202" name="SecLine"/>
          <p:cNvSpPr/>
          <p:nvPr/>
        </p:nvSpPr>
        <p:spPr>
          <a:xfrm>
            <a:off x="609600" y="2950000"/>
            <a:ext cx="4876800" cy="73152"/>
          </a:xfrm>
          <a:prstGeom prst="rect">
            <a:avLst/>
          </a:prstGeom>
          <a:solidFill>
            <a:srgbClr val="5BC2E7"/>
          </a:solidFill>
          <a:ln w="0">
            <a:noFill/>
          </a:ln>
        </p:spPr>
        <p:txBody>
          <a:bodyPr/>
          <a:lstStyle/>
          <a:p>
            <a:endParaRPr lang="en-US"/>
          </a:p>
        </p:txBody>
      </p:sp>
      <p:sp>
        <p:nvSpPr>
          <p:cNvPr id="203" name="SecSub"/>
          <p:cNvSpPr/>
          <p:nvPr/>
        </p:nvSpPr>
        <p:spPr>
          <a:xfrm>
            <a:off x="609600" y="3096000"/>
            <a:ext cx="9982800" cy="854000"/>
          </a:xfrm>
          <a:prstGeom prst="rect">
            <a:avLst/>
          </a:prstGeom>
          <a:noFill/>
          <a:ln w="0">
            <a:noFill/>
          </a:ln>
        </p:spPr>
        <p:txBody>
          <a:bodyPr wrap="square" lIns="0" tIns="0" rIns="0" bIns="0" rtlCol="0" anchor="t">
            <a:normAutofit/>
          </a:bodyPr>
          <a:lstStyle/>
          <a:p>
            <a:pPr marL="0" indent="0" algn="l">
              <a:buNone/>
            </a:pPr>
            <a:r>
              <a:rPr lang="en-US" sz="2400" i="1" dirty="0">
                <a:solidFill>
                  <a:srgbClr val="5BC2E7"/>
                </a:solidFill>
                <a:latin typeface="Garamond" pitchFamily="34" charset="0"/>
              </a:rPr>
              <a:t>Case study: Today I am Paul (sci-fiction story)</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101" name="HeaderBar"/>
          <p:cNvSpPr/>
          <p:nvPr/>
        </p:nvSpPr>
        <p:spPr>
          <a:xfrm>
            <a:off x="0" y="0"/>
            <a:ext cx="12192000" cy="1036320"/>
          </a:xfrm>
          <a:prstGeom prst="rect">
            <a:avLst/>
          </a:prstGeom>
          <a:solidFill>
            <a:srgbClr val="002B5C"/>
          </a:solidFill>
          <a:ln w="0">
            <a:noFill/>
          </a:ln>
        </p:spPr>
        <p:txBody>
          <a:bodyPr/>
          <a:lstStyle/>
          <a:p>
            <a:endParaRPr lang="en-US"/>
          </a:p>
        </p:txBody>
      </p:sp>
      <p:sp>
        <p:nvSpPr>
          <p:cNvPr id="102" name="LeftBar"/>
          <p:cNvSpPr/>
          <p:nvPr/>
        </p:nvSpPr>
        <p:spPr>
          <a:xfrm>
            <a:off x="0" y="0"/>
            <a:ext cx="182880" cy="6858000"/>
          </a:xfrm>
          <a:prstGeom prst="rect">
            <a:avLst/>
          </a:prstGeom>
          <a:solidFill>
            <a:srgbClr val="006DAE"/>
          </a:solidFill>
          <a:ln w="0">
            <a:noFill/>
          </a:ln>
        </p:spPr>
        <p:txBody>
          <a:bodyPr/>
          <a:lstStyle/>
          <a:p>
            <a:endParaRPr lang="en-US"/>
          </a:p>
        </p:txBody>
      </p:sp>
      <p:sp>
        <p:nvSpPr>
          <p:cNvPr id="103" name="FooterBar"/>
          <p:cNvSpPr/>
          <p:nvPr/>
        </p:nvSpPr>
        <p:spPr>
          <a:xfrm>
            <a:off x="0" y="6522720"/>
            <a:ext cx="12192000" cy="335280"/>
          </a:xfrm>
          <a:prstGeom prst="rect">
            <a:avLst/>
          </a:prstGeom>
          <a:solidFill>
            <a:srgbClr val="F5F5F5"/>
          </a:solidFill>
          <a:ln w="0">
            <a:noFill/>
          </a:ln>
        </p:spPr>
        <p:txBody>
          <a:bodyPr/>
          <a:lstStyle/>
          <a:p>
            <a:endParaRPr lang="en-US"/>
          </a:p>
        </p:txBody>
      </p:sp>
      <p:sp>
        <p:nvSpPr>
          <p:cNvPr id="104" name="TitleText"/>
          <p:cNvSpPr/>
          <p:nvPr/>
        </p:nvSpPr>
        <p:spPr>
          <a:xfrm>
            <a:off x="402336" y="60960"/>
            <a:ext cx="11265408" cy="975360"/>
          </a:xfrm>
          <a:prstGeom prst="rect">
            <a:avLst/>
          </a:prstGeom>
          <a:noFill/>
          <a:ln w="0">
            <a:noFill/>
          </a:ln>
        </p:spPr>
        <p:txBody>
          <a:bodyPr wrap="square" lIns="0" tIns="0" rIns="0" bIns="0" rtlCol="0" anchor="ctr">
            <a:normAutofit/>
          </a:bodyPr>
          <a:lstStyle/>
          <a:p>
            <a:pPr marL="0" indent="0" algn="l">
              <a:buNone/>
            </a:pPr>
            <a:r>
              <a:rPr lang="en-US" sz="2800" b="1" dirty="0">
                <a:solidFill>
                  <a:srgbClr val="FFFFFF"/>
                </a:solidFill>
                <a:latin typeface="Garamond" pitchFamily="34" charset="0"/>
              </a:rPr>
              <a:t>Activity 2: Read the sci-fiction and attempt the quiz</a:t>
            </a:r>
          </a:p>
        </p:txBody>
      </p:sp>
      <p:sp>
        <p:nvSpPr>
          <p:cNvPr id="105" name="FooterText"/>
          <p:cNvSpPr/>
          <p:nvPr/>
        </p:nvSpPr>
        <p:spPr>
          <a:xfrm>
            <a:off x="341376" y="6582720"/>
            <a:ext cx="9753600" cy="295280"/>
          </a:xfrm>
          <a:prstGeom prst="rect">
            <a:avLst/>
          </a:prstGeom>
          <a:noFill/>
          <a:ln w="0">
            <a:noFill/>
          </a:ln>
        </p:spPr>
        <p:txBody>
          <a:bodyPr wrap="square" lIns="0" tIns="0" rIns="0" bIns="0" rtlCol="0" anchor="ctr"/>
          <a:lstStyle/>
          <a:p>
            <a:pPr marL="0" indent="0" algn="l">
              <a:buNone/>
            </a:pPr>
            <a:r>
              <a:rPr lang="en-US" sz="1000" dirty="0">
                <a:solidFill>
                  <a:srgbClr val="027EB5"/>
                </a:solidFill>
                <a:latin typeface="Garamond" pitchFamily="34" charset="0"/>
              </a:rPr>
              <a:t>FIT1055: IT Professional Practice and Ethics  |  Week 7</a:t>
            </a:r>
          </a:p>
        </p:txBody>
      </p:sp>
      <p:sp>
        <p:nvSpPr>
          <p:cNvPr id="3" name="Subtitle 2">
            <a:extLst>
              <a:ext uri="{FF2B5EF4-FFF2-40B4-BE49-F238E27FC236}">
                <a16:creationId xmlns:a16="http://schemas.microsoft.com/office/drawing/2014/main" id="{325D9A1E-F838-3091-2E14-A8506C1032C3}"/>
              </a:ext>
            </a:extLst>
          </p:cNvPr>
          <p:cNvSpPr>
            <a:spLocks noGrp="1"/>
          </p:cNvSpPr>
          <p:nvPr>
            <p:ph type="subTitle" idx="1"/>
          </p:nvPr>
        </p:nvSpPr>
        <p:spPr>
          <a:xfrm>
            <a:off x="937227" y="1980767"/>
            <a:ext cx="9974560" cy="1913731"/>
          </a:xfrm>
        </p:spPr>
        <p:txBody>
          <a:bodyPr/>
          <a:lstStyle/>
          <a:p>
            <a:pPr algn="l"/>
            <a:endParaRPr lang="en-US" dirty="0"/>
          </a:p>
          <a:p>
            <a:pPr algn="l"/>
            <a:endParaRPr lang="en-US" dirty="0"/>
          </a:p>
        </p:txBody>
      </p:sp>
      <p:sp>
        <p:nvSpPr>
          <p:cNvPr id="6" name="Rectangle 5">
            <a:extLst>
              <a:ext uri="{FF2B5EF4-FFF2-40B4-BE49-F238E27FC236}">
                <a16:creationId xmlns:a16="http://schemas.microsoft.com/office/drawing/2014/main" id="{237932E4-1DEF-3DF9-7B4F-063CE2EEA4C2}"/>
              </a:ext>
            </a:extLst>
          </p:cNvPr>
          <p:cNvSpPr/>
          <p:nvPr/>
        </p:nvSpPr>
        <p:spPr>
          <a:xfrm>
            <a:off x="1097024" y="2132856"/>
            <a:ext cx="9649072" cy="2069797"/>
          </a:xfrm>
          <a:prstGeom prst="rect">
            <a:avLst/>
          </a:prstGeom>
        </p:spPr>
        <p:txBody>
          <a:bodyPr wrap="square">
            <a:normAutofit/>
          </a:bodyPr>
          <a:lstStyle/>
          <a:p>
            <a:pPr marL="161061" marR="441528" indent="1537" algn="just" rtl="0">
              <a:spcBef>
                <a:spcPts val="1292"/>
              </a:spcBef>
              <a:spcAft>
                <a:spcPts val="0"/>
              </a:spcAft>
            </a:pPr>
            <a:r>
              <a:rPr lang="en-US" sz="2400" dirty="0">
                <a:latin typeface="Garamond" panose="02020404030301010803" pitchFamily="18" charset="0"/>
              </a:rPr>
              <a:t>Link to the sci-fiction</a:t>
            </a:r>
          </a:p>
          <a:p>
            <a:pPr marL="161061" marR="441528" indent="1537" algn="just" rtl="0">
              <a:spcBef>
                <a:spcPts val="1292"/>
              </a:spcBef>
              <a:spcAft>
                <a:spcPts val="0"/>
              </a:spcAft>
            </a:pPr>
            <a:r>
              <a:rPr lang="en-US" sz="2400" dirty="0">
                <a:latin typeface="Garamond" panose="02020404030301010803" pitchFamily="18" charset="0"/>
              </a:rPr>
              <a:t> </a:t>
            </a:r>
            <a:r>
              <a:rPr lang="en-US" sz="2400" dirty="0">
                <a:latin typeface="Garamond" panose="02020404030301010803" pitchFamily="18" charset="0"/>
                <a:hlinkClick r:id="rId3"/>
              </a:rPr>
              <a:t>https://clarkesworldmagazine.com/shoemaker_08_15/</a:t>
            </a:r>
            <a:endParaRPr lang="en-US" sz="2400" dirty="0">
              <a:latin typeface="Garamond" panose="02020404030301010803" pitchFamily="18" charset="0"/>
            </a:endParaRPr>
          </a:p>
          <a:p>
            <a:pPr marL="161061" marR="441528" indent="1537" algn="just" rtl="0">
              <a:spcBef>
                <a:spcPts val="1292"/>
              </a:spcBef>
              <a:spcAft>
                <a:spcPts val="0"/>
              </a:spcAft>
            </a:pPr>
            <a:endParaRPr lang="en-US" sz="2400" dirty="0">
              <a:latin typeface="Garamond" panose="02020404030301010803" pitchFamily="18" charset="0"/>
            </a:endParaRPr>
          </a:p>
          <a:p>
            <a:pPr marL="161061" marR="441528" indent="1537" algn="just" rtl="0">
              <a:spcBef>
                <a:spcPts val="1292"/>
              </a:spcBef>
              <a:spcAft>
                <a:spcPts val="0"/>
              </a:spcAft>
            </a:pPr>
            <a:endParaRPr lang="en-US" sz="2400" dirty="0">
              <a:latin typeface="Garamond" panose="02020404030301010803" pitchFamily="18"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B3EF77-149B-7F60-9549-109B624BAE46}"/>
            </a:ext>
          </a:extLst>
        </p:cNvPr>
        <p:cNvGrpSpPr/>
        <p:nvPr/>
      </p:nvGrpSpPr>
      <p:grpSpPr>
        <a:xfrm>
          <a:off x="0" y="0"/>
          <a:ext cx="0" cy="0"/>
          <a:chOff x="0" y="0"/>
          <a:chExt cx="0" cy="0"/>
        </a:xfrm>
      </p:grpSpPr>
      <p:sp>
        <p:nvSpPr>
          <p:cNvPr id="101" name="HeaderBar">
            <a:extLst>
              <a:ext uri="{FF2B5EF4-FFF2-40B4-BE49-F238E27FC236}">
                <a16:creationId xmlns:a16="http://schemas.microsoft.com/office/drawing/2014/main" id="{D106F404-7250-5BBB-3802-FD5CB29A80CB}"/>
              </a:ext>
            </a:extLst>
          </p:cNvPr>
          <p:cNvSpPr/>
          <p:nvPr/>
        </p:nvSpPr>
        <p:spPr>
          <a:xfrm>
            <a:off x="0" y="0"/>
            <a:ext cx="12192000" cy="1036320"/>
          </a:xfrm>
          <a:prstGeom prst="rect">
            <a:avLst/>
          </a:prstGeom>
          <a:solidFill>
            <a:srgbClr val="002B5C"/>
          </a:solidFill>
          <a:ln w="0">
            <a:noFill/>
          </a:ln>
        </p:spPr>
        <p:txBody>
          <a:bodyPr/>
          <a:lstStyle/>
          <a:p>
            <a:endParaRPr lang="en-US"/>
          </a:p>
        </p:txBody>
      </p:sp>
      <p:sp>
        <p:nvSpPr>
          <p:cNvPr id="102" name="LeftBar">
            <a:extLst>
              <a:ext uri="{FF2B5EF4-FFF2-40B4-BE49-F238E27FC236}">
                <a16:creationId xmlns:a16="http://schemas.microsoft.com/office/drawing/2014/main" id="{77A27FBF-CB45-D91F-DE90-E1BEB764C3D3}"/>
              </a:ext>
            </a:extLst>
          </p:cNvPr>
          <p:cNvSpPr/>
          <p:nvPr/>
        </p:nvSpPr>
        <p:spPr>
          <a:xfrm>
            <a:off x="0" y="0"/>
            <a:ext cx="182880" cy="6858000"/>
          </a:xfrm>
          <a:prstGeom prst="rect">
            <a:avLst/>
          </a:prstGeom>
          <a:solidFill>
            <a:srgbClr val="006DAE"/>
          </a:solidFill>
          <a:ln w="0">
            <a:noFill/>
          </a:ln>
        </p:spPr>
        <p:txBody>
          <a:bodyPr/>
          <a:lstStyle/>
          <a:p>
            <a:endParaRPr lang="en-US"/>
          </a:p>
        </p:txBody>
      </p:sp>
      <p:sp>
        <p:nvSpPr>
          <p:cNvPr id="103" name="FooterBar">
            <a:extLst>
              <a:ext uri="{FF2B5EF4-FFF2-40B4-BE49-F238E27FC236}">
                <a16:creationId xmlns:a16="http://schemas.microsoft.com/office/drawing/2014/main" id="{E542FF46-AF1E-E72B-A74B-F2CE31A56DD4}"/>
              </a:ext>
            </a:extLst>
          </p:cNvPr>
          <p:cNvSpPr/>
          <p:nvPr/>
        </p:nvSpPr>
        <p:spPr>
          <a:xfrm>
            <a:off x="0" y="6522720"/>
            <a:ext cx="12192000" cy="335280"/>
          </a:xfrm>
          <a:prstGeom prst="rect">
            <a:avLst/>
          </a:prstGeom>
          <a:solidFill>
            <a:srgbClr val="F5F5F5"/>
          </a:solidFill>
          <a:ln w="0">
            <a:noFill/>
          </a:ln>
        </p:spPr>
        <p:txBody>
          <a:bodyPr/>
          <a:lstStyle/>
          <a:p>
            <a:endParaRPr lang="en-US"/>
          </a:p>
        </p:txBody>
      </p:sp>
      <p:sp>
        <p:nvSpPr>
          <p:cNvPr id="104" name="TitleText">
            <a:extLst>
              <a:ext uri="{FF2B5EF4-FFF2-40B4-BE49-F238E27FC236}">
                <a16:creationId xmlns:a16="http://schemas.microsoft.com/office/drawing/2014/main" id="{FBF51977-283D-BAAD-8316-6FD880F30BD6}"/>
              </a:ext>
            </a:extLst>
          </p:cNvPr>
          <p:cNvSpPr/>
          <p:nvPr/>
        </p:nvSpPr>
        <p:spPr>
          <a:xfrm>
            <a:off x="402336" y="60960"/>
            <a:ext cx="11265408" cy="975360"/>
          </a:xfrm>
          <a:prstGeom prst="rect">
            <a:avLst/>
          </a:prstGeom>
          <a:noFill/>
          <a:ln w="0">
            <a:noFill/>
          </a:ln>
        </p:spPr>
        <p:txBody>
          <a:bodyPr wrap="square" lIns="0" tIns="0" rIns="0" bIns="0" rtlCol="0" anchor="ctr">
            <a:normAutofit/>
          </a:bodyPr>
          <a:lstStyle/>
          <a:p>
            <a:r>
              <a:rPr lang="en-US" sz="2800" dirty="0">
                <a:solidFill>
                  <a:schemeClr val="bg1"/>
                </a:solidFill>
                <a:latin typeface="Garamond" panose="02020404030301010803" pitchFamily="18" charset="0"/>
              </a:rPr>
              <a:t>Prior to applying Step 1: Evaluate which of the ACM Code of ethics the problem statement violates</a:t>
            </a:r>
            <a:endParaRPr lang="en-US" sz="2800" b="1" dirty="0">
              <a:solidFill>
                <a:schemeClr val="bg1"/>
              </a:solidFill>
              <a:latin typeface="Garamond" pitchFamily="34" charset="0"/>
            </a:endParaRPr>
          </a:p>
        </p:txBody>
      </p:sp>
      <p:sp>
        <p:nvSpPr>
          <p:cNvPr id="105" name="FooterText">
            <a:extLst>
              <a:ext uri="{FF2B5EF4-FFF2-40B4-BE49-F238E27FC236}">
                <a16:creationId xmlns:a16="http://schemas.microsoft.com/office/drawing/2014/main" id="{00E0681A-A21E-8B7F-916D-5DCD7A845C64}"/>
              </a:ext>
            </a:extLst>
          </p:cNvPr>
          <p:cNvSpPr/>
          <p:nvPr/>
        </p:nvSpPr>
        <p:spPr>
          <a:xfrm>
            <a:off x="341376" y="6582720"/>
            <a:ext cx="9753600" cy="295280"/>
          </a:xfrm>
          <a:prstGeom prst="rect">
            <a:avLst/>
          </a:prstGeom>
          <a:noFill/>
          <a:ln w="0">
            <a:noFill/>
          </a:ln>
        </p:spPr>
        <p:txBody>
          <a:bodyPr wrap="square" lIns="0" tIns="0" rIns="0" bIns="0" rtlCol="0" anchor="ctr"/>
          <a:lstStyle/>
          <a:p>
            <a:pPr marL="0" indent="0" algn="l">
              <a:buNone/>
            </a:pPr>
            <a:r>
              <a:rPr lang="en-US" sz="1000" dirty="0">
                <a:solidFill>
                  <a:srgbClr val="027EB5"/>
                </a:solidFill>
                <a:latin typeface="Garamond" pitchFamily="34" charset="0"/>
              </a:rPr>
              <a:t>FIT1055: IT Professional Practice and Ethics  |  Week 7</a:t>
            </a:r>
          </a:p>
        </p:txBody>
      </p:sp>
      <p:sp>
        <p:nvSpPr>
          <p:cNvPr id="3" name="Subtitle 2">
            <a:extLst>
              <a:ext uri="{FF2B5EF4-FFF2-40B4-BE49-F238E27FC236}">
                <a16:creationId xmlns:a16="http://schemas.microsoft.com/office/drawing/2014/main" id="{A7C9DDE2-EC91-6208-C31A-AA573ED8FDBD}"/>
              </a:ext>
            </a:extLst>
          </p:cNvPr>
          <p:cNvSpPr>
            <a:spLocks noGrp="1"/>
          </p:cNvSpPr>
          <p:nvPr>
            <p:ph type="subTitle" idx="1"/>
          </p:nvPr>
        </p:nvSpPr>
        <p:spPr>
          <a:xfrm>
            <a:off x="937227" y="1980767"/>
            <a:ext cx="9974560" cy="1913731"/>
          </a:xfrm>
        </p:spPr>
        <p:txBody>
          <a:bodyPr/>
          <a:lstStyle/>
          <a:p>
            <a:pPr algn="l"/>
            <a:endParaRPr lang="en-US" dirty="0"/>
          </a:p>
          <a:p>
            <a:pPr algn="l"/>
            <a:endParaRPr lang="en-US" dirty="0"/>
          </a:p>
        </p:txBody>
      </p:sp>
      <p:sp>
        <p:nvSpPr>
          <p:cNvPr id="6" name="Rectangle 5">
            <a:extLst>
              <a:ext uri="{FF2B5EF4-FFF2-40B4-BE49-F238E27FC236}">
                <a16:creationId xmlns:a16="http://schemas.microsoft.com/office/drawing/2014/main" id="{B6A13EFF-900A-4DA0-F3F6-E8ED15FB198C}"/>
              </a:ext>
            </a:extLst>
          </p:cNvPr>
          <p:cNvSpPr/>
          <p:nvPr/>
        </p:nvSpPr>
        <p:spPr>
          <a:xfrm>
            <a:off x="594241" y="1423565"/>
            <a:ext cx="10317546" cy="4481953"/>
          </a:xfrm>
          <a:prstGeom prst="rect">
            <a:avLst/>
          </a:prstGeom>
        </p:spPr>
        <p:txBody>
          <a:bodyPr wrap="square">
            <a:normAutofit/>
          </a:bodyPr>
          <a:lstStyle/>
          <a:p>
            <a:pPr marL="161061" marR="441528" indent="1537" algn="just">
              <a:spcBef>
                <a:spcPts val="1292"/>
              </a:spcBef>
              <a:spcAft>
                <a:spcPts val="0"/>
              </a:spcAft>
            </a:pPr>
            <a:r>
              <a:rPr lang="en-US" sz="2800" dirty="0">
                <a:latin typeface="Garamond" panose="02020404030301010803" pitchFamily="18" charset="0"/>
              </a:rPr>
              <a:t>Recall from research skills’ problem statement is defined as:</a:t>
            </a:r>
          </a:p>
        </p:txBody>
      </p:sp>
      <p:pic>
        <p:nvPicPr>
          <p:cNvPr id="2" name="Picture 1" descr="A white paper with black text  Description automatically generated">
            <a:extLst>
              <a:ext uri="{FF2B5EF4-FFF2-40B4-BE49-F238E27FC236}">
                <a16:creationId xmlns:a16="http://schemas.microsoft.com/office/drawing/2014/main" id="{2FC5E8ED-CD2F-CA6C-EFC5-61C70672AD9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860077" y="2045442"/>
            <a:ext cx="8052347" cy="4433830"/>
          </a:xfrm>
          <a:prstGeom prst="rect">
            <a:avLst/>
          </a:prstGeom>
          <a:ln>
            <a:solidFill>
              <a:schemeClr val="accent1"/>
            </a:solidFill>
          </a:ln>
        </p:spPr>
      </p:pic>
    </p:spTree>
    <p:extLst>
      <p:ext uri="{BB962C8B-B14F-4D97-AF65-F5344CB8AC3E}">
        <p14:creationId xmlns:p14="http://schemas.microsoft.com/office/powerpoint/2010/main" val="345272519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101" name="HeaderBar"/>
          <p:cNvSpPr/>
          <p:nvPr/>
        </p:nvSpPr>
        <p:spPr>
          <a:xfrm>
            <a:off x="0" y="0"/>
            <a:ext cx="12192000" cy="1036320"/>
          </a:xfrm>
          <a:prstGeom prst="rect">
            <a:avLst/>
          </a:prstGeom>
          <a:solidFill>
            <a:srgbClr val="002B5C"/>
          </a:solidFill>
          <a:ln w="0">
            <a:noFill/>
          </a:ln>
        </p:spPr>
        <p:txBody>
          <a:bodyPr/>
          <a:lstStyle/>
          <a:p>
            <a:endParaRPr lang="en-US"/>
          </a:p>
        </p:txBody>
      </p:sp>
      <p:sp>
        <p:nvSpPr>
          <p:cNvPr id="102" name="LeftBar"/>
          <p:cNvSpPr/>
          <p:nvPr/>
        </p:nvSpPr>
        <p:spPr>
          <a:xfrm>
            <a:off x="0" y="0"/>
            <a:ext cx="182880" cy="6858000"/>
          </a:xfrm>
          <a:prstGeom prst="rect">
            <a:avLst/>
          </a:prstGeom>
          <a:solidFill>
            <a:srgbClr val="006DAE"/>
          </a:solidFill>
          <a:ln w="0">
            <a:noFill/>
          </a:ln>
        </p:spPr>
        <p:txBody>
          <a:bodyPr/>
          <a:lstStyle/>
          <a:p>
            <a:endParaRPr lang="en-US"/>
          </a:p>
        </p:txBody>
      </p:sp>
      <p:sp>
        <p:nvSpPr>
          <p:cNvPr id="103" name="FooterBar"/>
          <p:cNvSpPr/>
          <p:nvPr/>
        </p:nvSpPr>
        <p:spPr>
          <a:xfrm>
            <a:off x="0" y="6522720"/>
            <a:ext cx="12192000" cy="335280"/>
          </a:xfrm>
          <a:prstGeom prst="rect">
            <a:avLst/>
          </a:prstGeom>
          <a:solidFill>
            <a:srgbClr val="F5F5F5"/>
          </a:solidFill>
          <a:ln w="0">
            <a:noFill/>
          </a:ln>
        </p:spPr>
        <p:txBody>
          <a:bodyPr/>
          <a:lstStyle/>
          <a:p>
            <a:endParaRPr lang="en-US"/>
          </a:p>
        </p:txBody>
      </p:sp>
      <p:sp>
        <p:nvSpPr>
          <p:cNvPr id="104" name="TitleText"/>
          <p:cNvSpPr/>
          <p:nvPr/>
        </p:nvSpPr>
        <p:spPr>
          <a:xfrm>
            <a:off x="402336" y="60960"/>
            <a:ext cx="11265408" cy="975360"/>
          </a:xfrm>
          <a:prstGeom prst="rect">
            <a:avLst/>
          </a:prstGeom>
          <a:noFill/>
          <a:ln w="0">
            <a:noFill/>
          </a:ln>
        </p:spPr>
        <p:txBody>
          <a:bodyPr wrap="square" lIns="0" tIns="0" rIns="0" bIns="0" rtlCol="0" anchor="ctr">
            <a:normAutofit/>
          </a:bodyPr>
          <a:lstStyle/>
          <a:p>
            <a:pPr marL="0" indent="0" algn="l">
              <a:buNone/>
            </a:pPr>
            <a:r>
              <a:rPr lang="en-US" sz="2800" b="1" dirty="0">
                <a:solidFill>
                  <a:srgbClr val="FFFFFF"/>
                </a:solidFill>
                <a:latin typeface="Garamond" pitchFamily="34" charset="0"/>
              </a:rPr>
              <a:t>Step 1: </a:t>
            </a:r>
            <a:r>
              <a:rPr lang="en-US" sz="2800" b="1" dirty="0" err="1">
                <a:solidFill>
                  <a:srgbClr val="FFFFFF"/>
                </a:solidFill>
                <a:latin typeface="Garamond" pitchFamily="34" charset="0"/>
              </a:rPr>
              <a:t>Analyse</a:t>
            </a:r>
            <a:r>
              <a:rPr lang="en-US" sz="2800" b="1" dirty="0">
                <a:solidFill>
                  <a:srgbClr val="FFFFFF"/>
                </a:solidFill>
                <a:latin typeface="Garamond" pitchFamily="34" charset="0"/>
              </a:rPr>
              <a:t> &amp; Define from Problem Statement from “I am Paul”</a:t>
            </a:r>
          </a:p>
        </p:txBody>
      </p:sp>
      <p:sp>
        <p:nvSpPr>
          <p:cNvPr id="105" name="FooterText"/>
          <p:cNvSpPr/>
          <p:nvPr/>
        </p:nvSpPr>
        <p:spPr>
          <a:xfrm>
            <a:off x="341376" y="6582720"/>
            <a:ext cx="9753600" cy="295280"/>
          </a:xfrm>
          <a:prstGeom prst="rect">
            <a:avLst/>
          </a:prstGeom>
          <a:noFill/>
          <a:ln w="0">
            <a:noFill/>
          </a:ln>
        </p:spPr>
        <p:txBody>
          <a:bodyPr wrap="square" lIns="0" tIns="0" rIns="0" bIns="0" rtlCol="0" anchor="ctr"/>
          <a:lstStyle/>
          <a:p>
            <a:pPr marL="0" indent="0" algn="l">
              <a:buNone/>
            </a:pPr>
            <a:r>
              <a:rPr lang="en-US" sz="1000" dirty="0">
                <a:solidFill>
                  <a:srgbClr val="027EB5"/>
                </a:solidFill>
                <a:latin typeface="Garamond" pitchFamily="34" charset="0"/>
              </a:rPr>
              <a:t>FIT1055: IT Professional Practice and Ethics  |  Week 7</a:t>
            </a:r>
          </a:p>
        </p:txBody>
      </p:sp>
      <p:sp>
        <p:nvSpPr>
          <p:cNvPr id="3" name="Subtitle 2">
            <a:extLst>
              <a:ext uri="{FF2B5EF4-FFF2-40B4-BE49-F238E27FC236}">
                <a16:creationId xmlns:a16="http://schemas.microsoft.com/office/drawing/2014/main" id="{DE5F2516-D481-5F69-F942-02D5478CE3C4}"/>
              </a:ext>
            </a:extLst>
          </p:cNvPr>
          <p:cNvSpPr>
            <a:spLocks noGrp="1"/>
          </p:cNvSpPr>
          <p:nvPr>
            <p:ph type="subTitle" idx="1"/>
          </p:nvPr>
        </p:nvSpPr>
        <p:spPr>
          <a:xfrm>
            <a:off x="937227" y="1980767"/>
            <a:ext cx="9974560" cy="1913731"/>
          </a:xfrm>
        </p:spPr>
        <p:txBody>
          <a:bodyPr/>
          <a:lstStyle/>
          <a:p>
            <a:pPr algn="l"/>
            <a:endParaRPr lang="en-US" dirty="0"/>
          </a:p>
          <a:p>
            <a:pPr algn="l"/>
            <a:endParaRPr lang="en-US" dirty="0"/>
          </a:p>
        </p:txBody>
      </p:sp>
      <p:sp>
        <p:nvSpPr>
          <p:cNvPr id="6" name="Rectangle 5">
            <a:extLst>
              <a:ext uri="{FF2B5EF4-FFF2-40B4-BE49-F238E27FC236}">
                <a16:creationId xmlns:a16="http://schemas.microsoft.com/office/drawing/2014/main" id="{015AD375-5E65-DFC5-CF26-645F0C53C0B0}"/>
              </a:ext>
            </a:extLst>
          </p:cNvPr>
          <p:cNvSpPr/>
          <p:nvPr/>
        </p:nvSpPr>
        <p:spPr>
          <a:xfrm>
            <a:off x="876267" y="1653521"/>
            <a:ext cx="10317546" cy="4481953"/>
          </a:xfrm>
          <a:prstGeom prst="rect">
            <a:avLst/>
          </a:prstGeom>
        </p:spPr>
        <p:txBody>
          <a:bodyPr wrap="square">
            <a:normAutofit/>
          </a:bodyPr>
          <a:lstStyle/>
          <a:p>
            <a:pPr marL="618261" marR="441528" indent="-457200" algn="just" rtl="0">
              <a:spcBef>
                <a:spcPts val="1292"/>
              </a:spcBef>
              <a:spcAft>
                <a:spcPts val="0"/>
              </a:spcAft>
              <a:buFont typeface="+mj-lt"/>
              <a:buAutoNum type="arabicPeriod"/>
            </a:pPr>
            <a:r>
              <a:rPr lang="en-US" sz="2600" dirty="0">
                <a:latin typeface="Garamond" panose="02020404030301010803" pitchFamily="18" charset="0"/>
              </a:rPr>
              <a:t>How should Paul ideally work in caring for Mildred?</a:t>
            </a:r>
          </a:p>
          <a:p>
            <a:pPr marL="161061" marR="441528" algn="just" rtl="0">
              <a:spcBef>
                <a:spcPts val="1292"/>
              </a:spcBef>
              <a:spcAft>
                <a:spcPts val="0"/>
              </a:spcAft>
            </a:pPr>
            <a:r>
              <a:rPr lang="en-US" sz="2600" dirty="0">
                <a:latin typeface="Garamond" panose="02020404030301010803" pitchFamily="18" charset="0"/>
              </a:rPr>
              <a:t>2.  What is the ethical issue that Paul has violated from the ACM Code of Conduct? (list down)</a:t>
            </a:r>
          </a:p>
          <a:p>
            <a:pPr marL="675411" marR="441528" indent="-514350" algn="just" rtl="0">
              <a:spcBef>
                <a:spcPts val="1292"/>
              </a:spcBef>
              <a:spcAft>
                <a:spcPts val="0"/>
              </a:spcAft>
              <a:buAutoNum type="arabicPeriod" startAt="3"/>
            </a:pPr>
            <a:r>
              <a:rPr lang="en-US" sz="2600" dirty="0">
                <a:latin typeface="Garamond" panose="02020404030301010803" pitchFamily="18" charset="0"/>
              </a:rPr>
              <a:t>Why is this a problem? (elaborate from an ACM Code of Conduct)</a:t>
            </a:r>
          </a:p>
          <a:p>
            <a:pPr marL="675411" marR="441528" indent="-514350" algn="just" rtl="0">
              <a:spcBef>
                <a:spcPts val="1292"/>
              </a:spcBef>
              <a:spcAft>
                <a:spcPts val="0"/>
              </a:spcAft>
              <a:buAutoNum type="arabicPeriod" startAt="3"/>
            </a:pPr>
            <a:endParaRPr lang="en-US" sz="2600" dirty="0">
              <a:latin typeface="Garamond" panose="02020404030301010803" pitchFamily="18" charset="0"/>
            </a:endParaRPr>
          </a:p>
          <a:p>
            <a:pPr marL="161061" marR="441528" algn="just">
              <a:spcBef>
                <a:spcPts val="1292"/>
              </a:spcBef>
              <a:spcAft>
                <a:spcPts val="0"/>
              </a:spcAft>
            </a:pPr>
            <a:r>
              <a:rPr lang="en-US" sz="2600" dirty="0">
                <a:latin typeface="Garamond" panose="02020404030301010803" pitchFamily="18" charset="0"/>
              </a:rPr>
              <a:t>Answer over here:</a:t>
            </a:r>
          </a:p>
          <a:p>
            <a:pPr marL="161061" marR="441528" algn="just">
              <a:spcBef>
                <a:spcPts val="1292"/>
              </a:spcBef>
              <a:spcAft>
                <a:spcPts val="0"/>
              </a:spcAft>
            </a:pPr>
            <a:r>
              <a:rPr lang="en-US" sz="2600" dirty="0">
                <a:latin typeface="Garamond" panose="02020404030301010803" pitchFamily="18" charset="0"/>
                <a:hlinkClick r:id="rId3"/>
              </a:rPr>
              <a:t>https://wayground.com/join?gc=50823617&amp;source=liveDashboard</a:t>
            </a:r>
            <a:endParaRPr lang="en-US" sz="2600" dirty="0">
              <a:latin typeface="Garamond" panose="02020404030301010803" pitchFamily="18" charset="0"/>
            </a:endParaRPr>
          </a:p>
          <a:p>
            <a:pPr marL="161061" marR="441528" algn="just">
              <a:spcBef>
                <a:spcPts val="1292"/>
              </a:spcBef>
              <a:spcAft>
                <a:spcPts val="0"/>
              </a:spcAft>
            </a:pPr>
            <a:endParaRPr lang="en-US" sz="2600" dirty="0">
              <a:latin typeface="Garamond" panose="02020404030301010803" pitchFamily="18" charset="0"/>
            </a:endParaRPr>
          </a:p>
          <a:p>
            <a:pPr marL="161061" marR="441528" indent="1537" algn="just" rtl="0">
              <a:spcBef>
                <a:spcPts val="1292"/>
              </a:spcBef>
              <a:spcAft>
                <a:spcPts val="0"/>
              </a:spcAft>
            </a:pPr>
            <a:endParaRPr lang="en-US" sz="2600" dirty="0">
              <a:latin typeface="Garamond" panose="02020404030301010803" pitchFamily="18" charset="0"/>
            </a:endParaRPr>
          </a:p>
          <a:p>
            <a:pPr marL="161061" marR="441528" indent="1537" algn="just" rtl="0">
              <a:spcBef>
                <a:spcPts val="1292"/>
              </a:spcBef>
              <a:spcAft>
                <a:spcPts val="0"/>
              </a:spcAft>
            </a:pPr>
            <a:endParaRPr lang="en-US" sz="2600" dirty="0">
              <a:latin typeface="Garamond" panose="02020404030301010803" pitchFamily="18"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101" name="HeaderBar"/>
          <p:cNvSpPr/>
          <p:nvPr/>
        </p:nvSpPr>
        <p:spPr>
          <a:xfrm>
            <a:off x="0" y="0"/>
            <a:ext cx="12192000" cy="1036320"/>
          </a:xfrm>
          <a:prstGeom prst="rect">
            <a:avLst/>
          </a:prstGeom>
          <a:solidFill>
            <a:srgbClr val="002B5C"/>
          </a:solidFill>
          <a:ln w="0">
            <a:noFill/>
          </a:ln>
        </p:spPr>
        <p:txBody>
          <a:bodyPr/>
          <a:lstStyle/>
          <a:p>
            <a:endParaRPr lang="en-US"/>
          </a:p>
        </p:txBody>
      </p:sp>
      <p:sp>
        <p:nvSpPr>
          <p:cNvPr id="102" name="LeftBar"/>
          <p:cNvSpPr/>
          <p:nvPr/>
        </p:nvSpPr>
        <p:spPr>
          <a:xfrm>
            <a:off x="0" y="0"/>
            <a:ext cx="182880" cy="6858000"/>
          </a:xfrm>
          <a:prstGeom prst="rect">
            <a:avLst/>
          </a:prstGeom>
          <a:solidFill>
            <a:srgbClr val="006DAE"/>
          </a:solidFill>
          <a:ln w="0">
            <a:noFill/>
          </a:ln>
        </p:spPr>
        <p:txBody>
          <a:bodyPr/>
          <a:lstStyle/>
          <a:p>
            <a:endParaRPr lang="en-US"/>
          </a:p>
        </p:txBody>
      </p:sp>
      <p:sp>
        <p:nvSpPr>
          <p:cNvPr id="103" name="FooterBar"/>
          <p:cNvSpPr/>
          <p:nvPr/>
        </p:nvSpPr>
        <p:spPr>
          <a:xfrm>
            <a:off x="0" y="6522720"/>
            <a:ext cx="12192000" cy="335280"/>
          </a:xfrm>
          <a:prstGeom prst="rect">
            <a:avLst/>
          </a:prstGeom>
          <a:solidFill>
            <a:srgbClr val="F5F5F5"/>
          </a:solidFill>
          <a:ln w="0">
            <a:noFill/>
          </a:ln>
        </p:spPr>
        <p:txBody>
          <a:bodyPr/>
          <a:lstStyle/>
          <a:p>
            <a:endParaRPr lang="en-US"/>
          </a:p>
        </p:txBody>
      </p:sp>
      <p:sp>
        <p:nvSpPr>
          <p:cNvPr id="104" name="TitleText"/>
          <p:cNvSpPr/>
          <p:nvPr/>
        </p:nvSpPr>
        <p:spPr>
          <a:xfrm>
            <a:off x="402336" y="60960"/>
            <a:ext cx="11265408" cy="975360"/>
          </a:xfrm>
          <a:prstGeom prst="rect">
            <a:avLst/>
          </a:prstGeom>
          <a:noFill/>
          <a:ln w="0">
            <a:noFill/>
          </a:ln>
        </p:spPr>
        <p:txBody>
          <a:bodyPr wrap="square" lIns="0" tIns="0" rIns="0" bIns="0" rtlCol="0" anchor="ctr">
            <a:normAutofit/>
          </a:bodyPr>
          <a:lstStyle/>
          <a:p>
            <a:pPr marL="0" indent="0" algn="l">
              <a:buNone/>
            </a:pPr>
            <a:r>
              <a:rPr lang="en-US" sz="2800" b="1" dirty="0">
                <a:solidFill>
                  <a:srgbClr val="FFFFFF"/>
                </a:solidFill>
                <a:latin typeface="Garamond" pitchFamily="34" charset="0"/>
              </a:rPr>
              <a:t>Continued..</a:t>
            </a:r>
          </a:p>
        </p:txBody>
      </p:sp>
      <p:sp>
        <p:nvSpPr>
          <p:cNvPr id="105" name="FooterText"/>
          <p:cNvSpPr/>
          <p:nvPr/>
        </p:nvSpPr>
        <p:spPr>
          <a:xfrm>
            <a:off x="341376" y="6582720"/>
            <a:ext cx="9753600" cy="295280"/>
          </a:xfrm>
          <a:prstGeom prst="rect">
            <a:avLst/>
          </a:prstGeom>
          <a:noFill/>
          <a:ln w="0">
            <a:noFill/>
          </a:ln>
        </p:spPr>
        <p:txBody>
          <a:bodyPr wrap="square" lIns="0" tIns="0" rIns="0" bIns="0" rtlCol="0" anchor="ctr"/>
          <a:lstStyle/>
          <a:p>
            <a:pPr marL="0" indent="0" algn="l">
              <a:buNone/>
            </a:pPr>
            <a:r>
              <a:rPr lang="en-US" sz="1000" dirty="0">
                <a:solidFill>
                  <a:srgbClr val="027EB5"/>
                </a:solidFill>
                <a:latin typeface="Garamond" pitchFamily="34" charset="0"/>
              </a:rPr>
              <a:t>FIT1055: IT Professional Practice and Ethics  |  Week 7</a:t>
            </a:r>
          </a:p>
        </p:txBody>
      </p:sp>
      <p:sp>
        <p:nvSpPr>
          <p:cNvPr id="3" name="Subtitle 2">
            <a:extLst>
              <a:ext uri="{FF2B5EF4-FFF2-40B4-BE49-F238E27FC236}">
                <a16:creationId xmlns:a16="http://schemas.microsoft.com/office/drawing/2014/main" id="{6910FFA1-EDED-0BC6-2CFB-3A7E0187E185}"/>
              </a:ext>
            </a:extLst>
          </p:cNvPr>
          <p:cNvSpPr>
            <a:spLocks noGrp="1"/>
          </p:cNvSpPr>
          <p:nvPr>
            <p:ph type="subTitle" idx="1"/>
          </p:nvPr>
        </p:nvSpPr>
        <p:spPr>
          <a:xfrm>
            <a:off x="937227" y="1980767"/>
            <a:ext cx="9974560" cy="1913731"/>
          </a:xfrm>
        </p:spPr>
        <p:txBody>
          <a:bodyPr/>
          <a:lstStyle/>
          <a:p>
            <a:pPr algn="l"/>
            <a:endParaRPr lang="en-US" dirty="0"/>
          </a:p>
          <a:p>
            <a:pPr algn="l"/>
            <a:endParaRPr lang="en-US" dirty="0"/>
          </a:p>
        </p:txBody>
      </p:sp>
      <p:sp>
        <p:nvSpPr>
          <p:cNvPr id="6" name="Rectangle 5">
            <a:extLst>
              <a:ext uri="{FF2B5EF4-FFF2-40B4-BE49-F238E27FC236}">
                <a16:creationId xmlns:a16="http://schemas.microsoft.com/office/drawing/2014/main" id="{FB87F5AD-B596-9D22-DB0E-2AED774DE007}"/>
              </a:ext>
            </a:extLst>
          </p:cNvPr>
          <p:cNvSpPr/>
          <p:nvPr/>
        </p:nvSpPr>
        <p:spPr>
          <a:xfrm>
            <a:off x="788561" y="1700808"/>
            <a:ext cx="10317546" cy="4761912"/>
          </a:xfrm>
          <a:prstGeom prst="rect">
            <a:avLst/>
          </a:prstGeom>
        </p:spPr>
        <p:txBody>
          <a:bodyPr wrap="square">
            <a:normAutofit/>
          </a:bodyPr>
          <a:lstStyle/>
          <a:p>
            <a:pPr marR="0" lvl="0">
              <a:tabLst>
                <a:tab pos="457200" algn="l"/>
              </a:tabLst>
            </a:pPr>
            <a:r>
              <a:rPr lang="en-US" sz="2400" dirty="0">
                <a:effectLst/>
                <a:latin typeface="Garamond" panose="02020404030301010803" pitchFamily="18" charset="0"/>
                <a:ea typeface="Arial" panose="020B0604020202020204" pitchFamily="34" charset="0"/>
              </a:rPr>
              <a:t>4. Categorize the themes of the ethical issues according to the ACM code of conduct.</a:t>
            </a:r>
            <a:r>
              <a:rPr lang="en-US" sz="2400" dirty="0">
                <a:latin typeface="Garamond" panose="02020404030301010803" pitchFamily="18" charset="0"/>
                <a:ea typeface="Arial" panose="020B0604020202020204" pitchFamily="34" charset="0"/>
              </a:rPr>
              <a:t> </a:t>
            </a:r>
            <a:r>
              <a:rPr lang="en-US" sz="2400" dirty="0">
                <a:latin typeface="Garamond" panose="02020404030301010803" pitchFamily="18" charset="0"/>
              </a:rPr>
              <a:t>What is the output from the analysis?</a:t>
            </a:r>
          </a:p>
          <a:p>
            <a:pPr marL="161061" marR="441528" indent="1537" algn="just" rtl="0">
              <a:spcBef>
                <a:spcPts val="1292"/>
              </a:spcBef>
              <a:spcAft>
                <a:spcPts val="0"/>
              </a:spcAft>
            </a:pPr>
            <a:endParaRPr lang="en-US" sz="2400" dirty="0">
              <a:latin typeface="Garamond" panose="02020404030301010803" pitchFamily="18" charset="0"/>
            </a:endParaRPr>
          </a:p>
          <a:p>
            <a:pPr marL="161061" marR="441528" indent="1537" algn="just" rtl="0">
              <a:spcBef>
                <a:spcPts val="1292"/>
              </a:spcBef>
              <a:spcAft>
                <a:spcPts val="0"/>
              </a:spcAft>
            </a:pPr>
            <a:r>
              <a:rPr lang="en-US" sz="2400" dirty="0">
                <a:latin typeface="Garamond" panose="02020404030301010803" pitchFamily="18" charset="0"/>
              </a:rPr>
              <a:t>Answer the activity on this link:</a:t>
            </a:r>
          </a:p>
          <a:p>
            <a:pPr marL="161061" marR="441528" indent="1537" algn="just" rtl="0">
              <a:spcBef>
                <a:spcPts val="1292"/>
              </a:spcBef>
              <a:spcAft>
                <a:spcPts val="0"/>
              </a:spcAft>
            </a:pPr>
            <a:endParaRPr lang="en-US" sz="2400" dirty="0">
              <a:latin typeface="Garamond" panose="02020404030301010803" pitchFamily="18" charset="0"/>
            </a:endParaRPr>
          </a:p>
          <a:p>
            <a:pPr marL="161061" marR="441528" indent="1537" algn="just">
              <a:spcBef>
                <a:spcPts val="1292"/>
              </a:spcBef>
              <a:spcAft>
                <a:spcPts val="0"/>
              </a:spcAft>
            </a:pPr>
            <a:r>
              <a:rPr lang="en-US" sz="2400" dirty="0">
                <a:latin typeface="Garamond" panose="02020404030301010803" pitchFamily="18" charset="0"/>
                <a:hlinkClick r:id="rId3"/>
              </a:rPr>
              <a:t>https://wayground.com/join?gc=22512065&amp;source=liveDashboard</a:t>
            </a:r>
            <a:endParaRPr lang="en-US" sz="2400" dirty="0">
              <a:latin typeface="Garamond" panose="02020404030301010803" pitchFamily="18" charset="0"/>
            </a:endParaRPr>
          </a:p>
          <a:p>
            <a:pPr marL="161061" marR="441528" indent="1537" algn="just">
              <a:spcBef>
                <a:spcPts val="1292"/>
              </a:spcBef>
              <a:spcAft>
                <a:spcPts val="0"/>
              </a:spcAft>
            </a:pPr>
            <a:endParaRPr lang="en-US" sz="2400" dirty="0">
              <a:latin typeface="Garamond" panose="02020404030301010803" pitchFamily="18" charset="0"/>
            </a:endParaRPr>
          </a:p>
          <a:p>
            <a:pPr marL="161061" marR="441528" indent="1537" algn="just" rtl="0">
              <a:spcBef>
                <a:spcPts val="1292"/>
              </a:spcBef>
              <a:spcAft>
                <a:spcPts val="0"/>
              </a:spcAft>
            </a:pPr>
            <a:endParaRPr lang="en-US" sz="2400" dirty="0">
              <a:latin typeface="Garamond" panose="02020404030301010803" pitchFamily="18" charset="0"/>
            </a:endParaRPr>
          </a:p>
          <a:p>
            <a:pPr marL="161061" marR="441528" indent="1537" algn="just" rtl="0">
              <a:spcBef>
                <a:spcPts val="1292"/>
              </a:spcBef>
              <a:spcAft>
                <a:spcPts val="0"/>
              </a:spcAft>
            </a:pPr>
            <a:endParaRPr lang="en-US" sz="2400" dirty="0">
              <a:latin typeface="Garamond" panose="02020404030301010803" pitchFamily="18" charset="0"/>
            </a:endParaRPr>
          </a:p>
          <a:p>
            <a:pPr marL="161061" marR="441528" indent="1537" algn="just" rtl="0">
              <a:spcBef>
                <a:spcPts val="1292"/>
              </a:spcBef>
              <a:spcAft>
                <a:spcPts val="0"/>
              </a:spcAft>
            </a:pPr>
            <a:endParaRPr lang="en-US" sz="2400" dirty="0">
              <a:latin typeface="Garamond" panose="02020404030301010803" pitchFamily="18" charset="0"/>
            </a:endParaRPr>
          </a:p>
          <a:p>
            <a:pPr marL="161061" marR="441528" indent="1537" algn="just" rtl="0">
              <a:spcBef>
                <a:spcPts val="1292"/>
              </a:spcBef>
              <a:spcAft>
                <a:spcPts val="0"/>
              </a:spcAft>
            </a:pPr>
            <a:endParaRPr lang="en-US" sz="2400" dirty="0">
              <a:latin typeface="Garamond" panose="02020404030301010803" pitchFamily="18" charset="0"/>
            </a:endParaRPr>
          </a:p>
          <a:p>
            <a:pPr marL="161061" marR="441528" indent="1537" algn="just" rtl="0">
              <a:spcBef>
                <a:spcPts val="1292"/>
              </a:spcBef>
              <a:spcAft>
                <a:spcPts val="0"/>
              </a:spcAft>
            </a:pPr>
            <a:endParaRPr lang="en-US" sz="2400" dirty="0">
              <a:latin typeface="Garamond" panose="02020404030301010803" pitchFamily="18" charset="0"/>
            </a:endParaRPr>
          </a:p>
          <a:p>
            <a:pPr marL="161061" marR="441528" indent="1537" algn="just" rtl="0">
              <a:spcBef>
                <a:spcPts val="1292"/>
              </a:spcBef>
              <a:spcAft>
                <a:spcPts val="0"/>
              </a:spcAft>
            </a:pPr>
            <a:endParaRPr lang="en-US" sz="2400" dirty="0">
              <a:latin typeface="Garamond" panose="02020404030301010803" pitchFamily="18"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101" name="HeaderBar"/>
          <p:cNvSpPr/>
          <p:nvPr/>
        </p:nvSpPr>
        <p:spPr>
          <a:xfrm>
            <a:off x="0" y="0"/>
            <a:ext cx="12192000" cy="1036320"/>
          </a:xfrm>
          <a:prstGeom prst="rect">
            <a:avLst/>
          </a:prstGeom>
          <a:solidFill>
            <a:srgbClr val="002B5C"/>
          </a:solidFill>
          <a:ln w="0">
            <a:noFill/>
          </a:ln>
        </p:spPr>
        <p:txBody>
          <a:bodyPr/>
          <a:lstStyle/>
          <a:p>
            <a:endParaRPr lang="en-US"/>
          </a:p>
        </p:txBody>
      </p:sp>
      <p:sp>
        <p:nvSpPr>
          <p:cNvPr id="102" name="LeftBar"/>
          <p:cNvSpPr/>
          <p:nvPr/>
        </p:nvSpPr>
        <p:spPr>
          <a:xfrm>
            <a:off x="0" y="0"/>
            <a:ext cx="182880" cy="6858000"/>
          </a:xfrm>
          <a:prstGeom prst="rect">
            <a:avLst/>
          </a:prstGeom>
          <a:solidFill>
            <a:srgbClr val="006DAE"/>
          </a:solidFill>
          <a:ln w="0">
            <a:noFill/>
          </a:ln>
        </p:spPr>
        <p:txBody>
          <a:bodyPr/>
          <a:lstStyle/>
          <a:p>
            <a:endParaRPr lang="en-US"/>
          </a:p>
        </p:txBody>
      </p:sp>
      <p:sp>
        <p:nvSpPr>
          <p:cNvPr id="103" name="FooterBar"/>
          <p:cNvSpPr/>
          <p:nvPr/>
        </p:nvSpPr>
        <p:spPr>
          <a:xfrm>
            <a:off x="0" y="6522720"/>
            <a:ext cx="12192000" cy="335280"/>
          </a:xfrm>
          <a:prstGeom prst="rect">
            <a:avLst/>
          </a:prstGeom>
          <a:solidFill>
            <a:srgbClr val="F5F5F5"/>
          </a:solidFill>
          <a:ln w="0">
            <a:noFill/>
          </a:ln>
        </p:spPr>
        <p:txBody>
          <a:bodyPr/>
          <a:lstStyle/>
          <a:p>
            <a:endParaRPr lang="en-US"/>
          </a:p>
        </p:txBody>
      </p:sp>
      <p:sp>
        <p:nvSpPr>
          <p:cNvPr id="104" name="TitleText"/>
          <p:cNvSpPr/>
          <p:nvPr/>
        </p:nvSpPr>
        <p:spPr>
          <a:xfrm>
            <a:off x="402336" y="60960"/>
            <a:ext cx="11265408" cy="975360"/>
          </a:xfrm>
          <a:prstGeom prst="rect">
            <a:avLst/>
          </a:prstGeom>
          <a:noFill/>
          <a:ln w="0">
            <a:noFill/>
          </a:ln>
        </p:spPr>
        <p:txBody>
          <a:bodyPr wrap="square" lIns="0" tIns="0" rIns="0" bIns="0" rtlCol="0" anchor="ctr">
            <a:normAutofit/>
          </a:bodyPr>
          <a:lstStyle/>
          <a:p>
            <a:pPr marL="0" indent="0" algn="l">
              <a:buNone/>
            </a:pPr>
            <a:r>
              <a:rPr lang="en-US" sz="2800" b="1" dirty="0">
                <a:solidFill>
                  <a:srgbClr val="FFFFFF"/>
                </a:solidFill>
                <a:latin typeface="Garamond" pitchFamily="34" charset="0"/>
              </a:rPr>
              <a:t>Step 2: Design solution</a:t>
            </a:r>
          </a:p>
        </p:txBody>
      </p:sp>
      <p:sp>
        <p:nvSpPr>
          <p:cNvPr id="105" name="FooterText"/>
          <p:cNvSpPr/>
          <p:nvPr/>
        </p:nvSpPr>
        <p:spPr>
          <a:xfrm>
            <a:off x="341376" y="6582720"/>
            <a:ext cx="9753600" cy="295280"/>
          </a:xfrm>
          <a:prstGeom prst="rect">
            <a:avLst/>
          </a:prstGeom>
          <a:noFill/>
          <a:ln w="0">
            <a:noFill/>
          </a:ln>
        </p:spPr>
        <p:txBody>
          <a:bodyPr wrap="square" lIns="0" tIns="0" rIns="0" bIns="0" rtlCol="0" anchor="ctr"/>
          <a:lstStyle/>
          <a:p>
            <a:pPr marL="0" indent="0" algn="l">
              <a:buNone/>
            </a:pPr>
            <a:r>
              <a:rPr lang="en-US" sz="1000" dirty="0">
                <a:solidFill>
                  <a:srgbClr val="027EB5"/>
                </a:solidFill>
                <a:latin typeface="Garamond" pitchFamily="34" charset="0"/>
              </a:rPr>
              <a:t>FIT1055: IT Professional Practice and Ethics  |  Week 7</a:t>
            </a:r>
          </a:p>
        </p:txBody>
      </p:sp>
      <p:sp>
        <p:nvSpPr>
          <p:cNvPr id="3" name="Subtitle 2">
            <a:extLst>
              <a:ext uri="{FF2B5EF4-FFF2-40B4-BE49-F238E27FC236}">
                <a16:creationId xmlns:a16="http://schemas.microsoft.com/office/drawing/2014/main" id="{3A7D78C8-CD72-188E-7DDE-0FC5A5DA647A}"/>
              </a:ext>
            </a:extLst>
          </p:cNvPr>
          <p:cNvSpPr>
            <a:spLocks noGrp="1"/>
          </p:cNvSpPr>
          <p:nvPr>
            <p:ph type="subTitle" idx="1"/>
          </p:nvPr>
        </p:nvSpPr>
        <p:spPr>
          <a:xfrm>
            <a:off x="1036712" y="2204019"/>
            <a:ext cx="9974560" cy="1913731"/>
          </a:xfrm>
        </p:spPr>
        <p:txBody>
          <a:bodyPr/>
          <a:lstStyle/>
          <a:p>
            <a:pPr algn="l"/>
            <a:endParaRPr lang="en-US" dirty="0"/>
          </a:p>
          <a:p>
            <a:pPr algn="l"/>
            <a:endParaRPr lang="en-US" dirty="0"/>
          </a:p>
        </p:txBody>
      </p:sp>
      <p:sp>
        <p:nvSpPr>
          <p:cNvPr id="2" name="Rectangle 1">
            <a:extLst>
              <a:ext uri="{FF2B5EF4-FFF2-40B4-BE49-F238E27FC236}">
                <a16:creationId xmlns:a16="http://schemas.microsoft.com/office/drawing/2014/main" id="{3C098743-20E6-749D-6003-D9C94A745325}"/>
              </a:ext>
            </a:extLst>
          </p:cNvPr>
          <p:cNvSpPr/>
          <p:nvPr/>
        </p:nvSpPr>
        <p:spPr>
          <a:xfrm>
            <a:off x="937227" y="1980767"/>
            <a:ext cx="10317546" cy="2605842"/>
          </a:xfrm>
          <a:prstGeom prst="rect">
            <a:avLst/>
          </a:prstGeom>
        </p:spPr>
        <p:txBody>
          <a:bodyPr wrap="square">
            <a:normAutofit/>
          </a:bodyPr>
          <a:lstStyle/>
          <a:p>
            <a:pPr marL="161061" marR="441528" indent="1537" algn="just" rtl="0">
              <a:spcBef>
                <a:spcPts val="1292"/>
              </a:spcBef>
              <a:spcAft>
                <a:spcPts val="0"/>
              </a:spcAft>
            </a:pPr>
            <a:endParaRPr lang="en-US" sz="2400" dirty="0">
              <a:latin typeface="Garamond" panose="02020404030301010803" pitchFamily="18" charset="0"/>
            </a:endParaRPr>
          </a:p>
          <a:p>
            <a:pPr marL="161061" marR="441528" indent="1537" algn="just" rtl="0">
              <a:spcBef>
                <a:spcPts val="1292"/>
              </a:spcBef>
              <a:spcAft>
                <a:spcPts val="0"/>
              </a:spcAft>
            </a:pPr>
            <a:endParaRPr lang="en-US" sz="2400" dirty="0">
              <a:latin typeface="Garamond" panose="02020404030301010803" pitchFamily="18" charset="0"/>
            </a:endParaRPr>
          </a:p>
          <a:p>
            <a:pPr marL="161061" marR="441528" indent="1537" algn="just" rtl="0">
              <a:spcBef>
                <a:spcPts val="1292"/>
              </a:spcBef>
              <a:spcAft>
                <a:spcPts val="0"/>
              </a:spcAft>
            </a:pPr>
            <a:endParaRPr lang="en-US" sz="2400" dirty="0">
              <a:latin typeface="Garamond" panose="02020404030301010803" pitchFamily="18" charset="0"/>
            </a:endParaRPr>
          </a:p>
          <a:p>
            <a:pPr marL="161061" marR="441528" indent="1537" algn="just" rtl="0">
              <a:spcBef>
                <a:spcPts val="1292"/>
              </a:spcBef>
              <a:spcAft>
                <a:spcPts val="0"/>
              </a:spcAft>
            </a:pPr>
            <a:endParaRPr lang="en-US" sz="2400" dirty="0">
              <a:latin typeface="Garamond" panose="02020404030301010803" pitchFamily="18" charset="0"/>
            </a:endParaRPr>
          </a:p>
          <a:p>
            <a:pPr marL="161061" marR="441528" indent="1537" algn="just" rtl="0">
              <a:spcBef>
                <a:spcPts val="1292"/>
              </a:spcBef>
              <a:spcAft>
                <a:spcPts val="0"/>
              </a:spcAft>
            </a:pPr>
            <a:endParaRPr lang="en-US" sz="2400" dirty="0">
              <a:latin typeface="Garamond" panose="02020404030301010803" pitchFamily="18" charset="0"/>
            </a:endParaRPr>
          </a:p>
        </p:txBody>
      </p:sp>
      <p:sp>
        <p:nvSpPr>
          <p:cNvPr id="5" name="Rectangle 4">
            <a:extLst>
              <a:ext uri="{FF2B5EF4-FFF2-40B4-BE49-F238E27FC236}">
                <a16:creationId xmlns:a16="http://schemas.microsoft.com/office/drawing/2014/main" id="{B37F13A1-10E1-FD29-DE8E-13280AB2C8DE}"/>
              </a:ext>
            </a:extLst>
          </p:cNvPr>
          <p:cNvSpPr/>
          <p:nvPr/>
        </p:nvSpPr>
        <p:spPr>
          <a:xfrm>
            <a:off x="1487488" y="2450753"/>
            <a:ext cx="9073008" cy="3426519"/>
          </a:xfrm>
          <a:prstGeom prst="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09C7DFCF-2CA7-7E2B-5D5B-52CA766E5C2F}"/>
              </a:ext>
            </a:extLst>
          </p:cNvPr>
          <p:cNvSpPr txBox="1"/>
          <p:nvPr/>
        </p:nvSpPr>
        <p:spPr>
          <a:xfrm>
            <a:off x="780164" y="1720440"/>
            <a:ext cx="10631671" cy="3978012"/>
          </a:xfrm>
          <a:prstGeom prst="rect">
            <a:avLst/>
          </a:prstGeom>
          <a:noFill/>
        </p:spPr>
        <p:txBody>
          <a:bodyPr wrap="square" rtlCol="0">
            <a:normAutofit/>
          </a:bodyPr>
          <a:lstStyle/>
          <a:p>
            <a:pPr marL="342900" indent="-342900">
              <a:lnSpc>
                <a:spcPct val="150000"/>
              </a:lnSpc>
              <a:buAutoNum type="arabicPeriod"/>
            </a:pPr>
            <a:r>
              <a:rPr lang="en-US" sz="2200" dirty="0">
                <a:latin typeface="Garamond" panose="02020404030301010803" pitchFamily="18" charset="0"/>
              </a:rPr>
              <a:t>Refer to the output from Step 1 </a:t>
            </a:r>
          </a:p>
          <a:p>
            <a:pPr marL="342900" indent="-342900">
              <a:lnSpc>
                <a:spcPct val="150000"/>
              </a:lnSpc>
              <a:buAutoNum type="arabicPeriod"/>
            </a:pPr>
            <a:r>
              <a:rPr lang="en-US" sz="2200" dirty="0">
                <a:effectLst/>
                <a:latin typeface="Garamond" panose="02020404030301010803" pitchFamily="18" charset="0"/>
                <a:ea typeface="Times New Roman" panose="02020603050405020304" pitchFamily="18" charset="0"/>
                <a:cs typeface="Times New Roman" panose="02020603050405020304" pitchFamily="18" charset="0"/>
              </a:rPr>
              <a:t>Extract the users who will use the application and those indirectly impacted by it.</a:t>
            </a:r>
          </a:p>
          <a:p>
            <a:pPr marL="342900" indent="-342900">
              <a:lnSpc>
                <a:spcPct val="150000"/>
              </a:lnSpc>
              <a:buAutoNum type="arabicPeriod"/>
            </a:pPr>
            <a:r>
              <a:rPr lang="en-US" sz="2200" dirty="0">
                <a:latin typeface="Garamond" panose="02020404030301010803" pitchFamily="18" charset="0"/>
              </a:rPr>
              <a:t>Incorporate the users in the solution that addresses the ACM Code of Ethics the current solution/problem has violated.</a:t>
            </a:r>
          </a:p>
          <a:p>
            <a:endParaRPr lang="en-US" sz="2200" dirty="0">
              <a:latin typeface="Garamond" panose="02020404030301010803" pitchFamily="18" charset="0"/>
            </a:endParaRPr>
          </a:p>
          <a:p>
            <a:pPr marL="161061" marR="441528" indent="1537" algn="just" rtl="0">
              <a:spcBef>
                <a:spcPts val="1292"/>
              </a:spcBef>
              <a:spcAft>
                <a:spcPts val="0"/>
              </a:spcAft>
            </a:pPr>
            <a:r>
              <a:rPr lang="en-US" sz="2200" dirty="0">
                <a:latin typeface="Garamond" panose="02020404030301010803" pitchFamily="18" charset="0"/>
              </a:rPr>
              <a:t>So, what is the output from Step 2?</a:t>
            </a:r>
          </a:p>
          <a:p>
            <a:pPr marL="161061" marR="441528" indent="1537" algn="just" rtl="0">
              <a:spcBef>
                <a:spcPts val="1292"/>
              </a:spcBef>
              <a:spcAft>
                <a:spcPts val="0"/>
              </a:spcAft>
            </a:pPr>
            <a:endParaRPr lang="en-US" sz="2200" dirty="0">
              <a:latin typeface="Garamond" panose="02020404030301010803" pitchFamily="18" charset="0"/>
            </a:endParaRPr>
          </a:p>
          <a:p>
            <a:pPr marL="161061" marR="441528" indent="1537" algn="just">
              <a:spcBef>
                <a:spcPts val="1292"/>
              </a:spcBef>
              <a:spcAft>
                <a:spcPts val="0"/>
              </a:spcAft>
            </a:pPr>
            <a:r>
              <a:rPr lang="en-US" sz="2200" dirty="0">
                <a:latin typeface="Garamond" panose="02020404030301010803" pitchFamily="18" charset="0"/>
              </a:rPr>
              <a:t>Let’s brainstorm on this</a:t>
            </a:r>
            <a:r>
              <a:rPr lang="en-US" sz="2200" dirty="0">
                <a:latin typeface="Garamond" panose="02020404030301010803" pitchFamily="18" charset="0"/>
                <a:hlinkClick r:id="rId3"/>
              </a:rPr>
              <a:t> </a:t>
            </a:r>
            <a:r>
              <a:rPr lang="en-US" sz="2400" dirty="0">
                <a:hlinkClick r:id="rId4"/>
              </a:rPr>
              <a:t>https://canva.link/zjhsl2b7bwx3gtx</a:t>
            </a:r>
            <a:endParaRPr lang="en-US" sz="2400" dirty="0"/>
          </a:p>
          <a:p>
            <a:pPr marL="161061" marR="441528" indent="1537" algn="just">
              <a:spcBef>
                <a:spcPts val="1292"/>
              </a:spcBef>
              <a:spcAft>
                <a:spcPts val="0"/>
              </a:spcAft>
            </a:pPr>
            <a:endParaRPr lang="en-US" sz="2400" dirty="0"/>
          </a:p>
          <a:p>
            <a:pPr marL="161061" marR="441528" indent="1537" algn="just" rtl="0">
              <a:spcBef>
                <a:spcPts val="1292"/>
              </a:spcBef>
              <a:spcAft>
                <a:spcPts val="0"/>
              </a:spcAft>
            </a:pPr>
            <a:endParaRPr lang="en-US" sz="2200" dirty="0">
              <a:latin typeface="Garamond" panose="02020404030301010803" pitchFamily="18" charset="0"/>
            </a:endParaRPr>
          </a:p>
          <a:p>
            <a:pPr marL="161061" marR="441528" indent="1537" algn="just" rtl="0">
              <a:spcBef>
                <a:spcPts val="1292"/>
              </a:spcBef>
              <a:spcAft>
                <a:spcPts val="0"/>
              </a:spcAft>
            </a:pPr>
            <a:endParaRPr lang="en-US" sz="2200" dirty="0">
              <a:latin typeface="Garamond" panose="02020404030301010803" pitchFamily="18"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ampleAnswer">
    <p:bg>
      <p:bgPr>
        <a:solidFill>
          <a:srgbClr val="FFFFFF"/>
        </a:solidFill>
        <a:effectLst/>
      </p:bgPr>
    </p:bg>
    <p:spTree>
      <p:nvGrpSpPr>
        <p:cNvPr id="1" name=""/>
        <p:cNvGrpSpPr/>
        <p:nvPr/>
      </p:nvGrpSpPr>
      <p:grpSpPr>
        <a:xfrm>
          <a:off x="0" y="0"/>
          <a:ext cx="0" cy="0"/>
          <a:chOff x="0" y="0"/>
          <a:chExt cx="0" cy="0"/>
        </a:xfrm>
      </p:grpSpPr>
      <p:sp>
        <p:nvSpPr>
          <p:cNvPr id="101" name="HeaderBar"/>
          <p:cNvSpPr/>
          <p:nvPr/>
        </p:nvSpPr>
        <p:spPr>
          <a:xfrm>
            <a:off x="0" y="0"/>
            <a:ext cx="12192000" cy="1036320"/>
          </a:xfrm>
          <a:prstGeom prst="rect">
            <a:avLst/>
          </a:prstGeom>
          <a:solidFill>
            <a:srgbClr val="002B5C"/>
          </a:solidFill>
          <a:ln w="0">
            <a:noFill/>
          </a:ln>
        </p:spPr>
        <p:txBody>
          <a:bodyPr/>
          <a:lstStyle/>
          <a:p>
            <a:endParaRPr lang="en-US"/>
          </a:p>
        </p:txBody>
      </p:sp>
      <p:sp>
        <p:nvSpPr>
          <p:cNvPr id="102" name="LeftBar"/>
          <p:cNvSpPr/>
          <p:nvPr/>
        </p:nvSpPr>
        <p:spPr>
          <a:xfrm>
            <a:off x="0" y="0"/>
            <a:ext cx="182880" cy="6858000"/>
          </a:xfrm>
          <a:prstGeom prst="rect">
            <a:avLst/>
          </a:prstGeom>
          <a:solidFill>
            <a:srgbClr val="006DAE"/>
          </a:solidFill>
          <a:ln w="0">
            <a:noFill/>
          </a:ln>
        </p:spPr>
        <p:txBody>
          <a:bodyPr/>
          <a:lstStyle/>
          <a:p>
            <a:endParaRPr lang="en-US"/>
          </a:p>
        </p:txBody>
      </p:sp>
      <p:sp>
        <p:nvSpPr>
          <p:cNvPr id="103" name="FooterBar"/>
          <p:cNvSpPr/>
          <p:nvPr/>
        </p:nvSpPr>
        <p:spPr>
          <a:xfrm>
            <a:off x="0" y="6522720"/>
            <a:ext cx="12192000" cy="335280"/>
          </a:xfrm>
          <a:prstGeom prst="rect">
            <a:avLst/>
          </a:prstGeom>
          <a:solidFill>
            <a:srgbClr val="F5F5F5"/>
          </a:solidFill>
          <a:ln w="0">
            <a:noFill/>
          </a:ln>
        </p:spPr>
        <p:txBody>
          <a:bodyPr/>
          <a:lstStyle/>
          <a:p>
            <a:endParaRPr lang="en-US"/>
          </a:p>
        </p:txBody>
      </p:sp>
      <p:sp>
        <p:nvSpPr>
          <p:cNvPr id="104" name="TitleText"/>
          <p:cNvSpPr/>
          <p:nvPr/>
        </p:nvSpPr>
        <p:spPr>
          <a:xfrm>
            <a:off x="402336" y="60960"/>
            <a:ext cx="11265408" cy="975360"/>
          </a:xfrm>
          <a:prstGeom prst="rect">
            <a:avLst/>
          </a:prstGeom>
          <a:noFill/>
          <a:ln w="0">
            <a:noFill/>
          </a:ln>
        </p:spPr>
        <p:txBody>
          <a:bodyPr wrap="square" lIns="0" tIns="0" rIns="0" bIns="0" rtlCol="0" anchor="ctr">
            <a:normAutofit/>
          </a:bodyPr>
          <a:lstStyle/>
          <a:p>
            <a:pPr marL="0" indent="0" algn="l">
              <a:buNone/>
            </a:pPr>
            <a:r>
              <a:rPr lang="en-US" sz="2400" b="1" dirty="0">
                <a:solidFill>
                  <a:srgbClr val="FFFFFF"/>
                </a:solidFill>
                <a:latin typeface="Garamond" pitchFamily="34" charset="0"/>
              </a:rPr>
              <a:t>Step 2: Design Solution – Sample Answer  </a:t>
            </a:r>
            <a:r>
              <a:rPr lang="en-US" sz="2000" b="0" i="1" dirty="0">
                <a:solidFill>
                  <a:srgbClr val="5BC2E7"/>
                </a:solidFill>
                <a:latin typeface="Garamond" pitchFamily="34" charset="0"/>
              </a:rPr>
              <a:t>“Today I Am Paul”</a:t>
            </a:r>
          </a:p>
        </p:txBody>
      </p:sp>
      <p:sp>
        <p:nvSpPr>
          <p:cNvPr id="105" name="FooterText"/>
          <p:cNvSpPr/>
          <p:nvPr/>
        </p:nvSpPr>
        <p:spPr>
          <a:xfrm>
            <a:off x="341376" y="6582720"/>
            <a:ext cx="9753600" cy="295280"/>
          </a:xfrm>
          <a:prstGeom prst="rect">
            <a:avLst/>
          </a:prstGeom>
          <a:noFill/>
          <a:ln w="0">
            <a:noFill/>
          </a:ln>
        </p:spPr>
        <p:txBody>
          <a:bodyPr wrap="square" lIns="0" tIns="0" rIns="0" bIns="0" rtlCol="0" anchor="ctr"/>
          <a:lstStyle/>
          <a:p>
            <a:pPr marL="0" indent="0" algn="l">
              <a:buNone/>
            </a:pPr>
            <a:r>
              <a:rPr lang="en-US" sz="1300" dirty="0">
                <a:solidFill>
                  <a:srgbClr val="027EB5"/>
                </a:solidFill>
                <a:latin typeface="Garamond" pitchFamily="34" charset="0"/>
              </a:rPr>
              <a:t>FIT1055: IT Professional Practice and Ethics  |  Week 7</a:t>
            </a:r>
          </a:p>
        </p:txBody>
      </p:sp>
      <p:sp>
        <p:nvSpPr>
          <p:cNvPr id="201" name="Step1Banner"/>
          <p:cNvSpPr/>
          <p:nvPr/>
        </p:nvSpPr>
        <p:spPr>
          <a:xfrm>
            <a:off x="230000" y="1120000"/>
            <a:ext cx="5500000" cy="330000"/>
          </a:xfrm>
          <a:prstGeom prst="rect">
            <a:avLst/>
          </a:prstGeom>
          <a:solidFill>
            <a:srgbClr val="002B5C"/>
          </a:solidFill>
          <a:ln w="0">
            <a:noFill/>
          </a:ln>
        </p:spPr>
        <p:txBody>
          <a:bodyPr wrap="square" lIns="91440" tIns="45720" rIns="91440" bIns="45720" anchor="ctr">
            <a:normAutofit fontScale="40000" lnSpcReduction="20000"/>
          </a:bodyPr>
          <a:lstStyle/>
          <a:p>
            <a:pPr algn="l">
              <a:buNone/>
            </a:pPr>
            <a:r>
              <a:rPr lang="en-US" sz="1600" b="1" dirty="0">
                <a:solidFill>
                  <a:srgbClr val="FFFFFF"/>
                </a:solidFill>
                <a:latin typeface="Garamond" pitchFamily="34" charset="0"/>
              </a:rPr>
              <a:t>STEP 1 OUTPUT  </a:t>
            </a:r>
            <a:r>
              <a:rPr lang="en-US" sz="2400" b="0" dirty="0">
                <a:solidFill>
                  <a:schemeClr val="bg1"/>
                </a:solidFill>
                <a:latin typeface="Garamond" pitchFamily="34" charset="0"/>
              </a:rPr>
              <a:t>Violations: Deception, Autonomy, Privacy  |  Stakeholders: Mildred, Family, Care Staff</a:t>
            </a:r>
          </a:p>
        </p:txBody>
      </p:sp>
      <p:sp>
        <p:nvSpPr>
          <p:cNvPr id="202" name="EmpLabel"/>
          <p:cNvSpPr/>
          <p:nvPr/>
        </p:nvSpPr>
        <p:spPr>
          <a:xfrm>
            <a:off x="230000" y="1510000"/>
            <a:ext cx="1600000" cy="260000"/>
          </a:xfrm>
          <a:prstGeom prst="roundRect">
            <a:avLst>
              <a:gd name="adj" fmla="val 30000"/>
            </a:avLst>
          </a:prstGeom>
          <a:solidFill>
            <a:srgbClr val="006DAE"/>
          </a:solidFill>
          <a:ln w="0">
            <a:noFill/>
          </a:ln>
        </p:spPr>
        <p:txBody>
          <a:bodyPr wrap="square" lIns="60960" tIns="30480" rIns="60960" bIns="30480" anchor="ctr">
            <a:normAutofit fontScale="77500" lnSpcReduction="20000"/>
          </a:bodyPr>
          <a:lstStyle/>
          <a:p>
            <a:pPr algn="ctr">
              <a:buNone/>
            </a:pPr>
            <a:r>
              <a:rPr lang="en-US" sz="1500" b="1" dirty="0">
                <a:solidFill>
                  <a:srgbClr val="FFFFFF"/>
                </a:solidFill>
                <a:latin typeface="Garamond" pitchFamily="34" charset="0"/>
              </a:rPr>
              <a:t>2.1 EMPATHIZE</a:t>
            </a:r>
          </a:p>
        </p:txBody>
      </p:sp>
      <p:sp>
        <p:nvSpPr>
          <p:cNvPr id="203" name="EmpContent"/>
          <p:cNvSpPr/>
          <p:nvPr/>
        </p:nvSpPr>
        <p:spPr>
          <a:xfrm>
            <a:off x="230000" y="1830000"/>
            <a:ext cx="5500000" cy="1900000"/>
          </a:xfrm>
          <a:prstGeom prst="rect">
            <a:avLst/>
          </a:prstGeom>
          <a:solidFill>
            <a:srgbClr val="F4F6F8"/>
          </a:solidFill>
          <a:ln w="12700">
            <a:solidFill>
              <a:srgbClr val="006DAE"/>
            </a:solidFill>
          </a:ln>
        </p:spPr>
        <p:txBody>
          <a:bodyPr wrap="square" lIns="114300" tIns="91440" rIns="114300" bIns="91440" anchor="t">
            <a:normAutofit fontScale="92500" lnSpcReduction="20000"/>
          </a:bodyPr>
          <a:lstStyle/>
          <a:p>
            <a:pPr algn="l">
              <a:buNone/>
            </a:pPr>
            <a:r>
              <a:rPr lang="en-US" sz="1600" b="1" dirty="0">
                <a:solidFill>
                  <a:srgbClr val="002B5C"/>
                </a:solidFill>
                <a:latin typeface="Garamond" pitchFamily="34" charset="0"/>
              </a:rPr>
              <a:t>Primary Users</a:t>
            </a:r>
          </a:p>
          <a:p>
            <a:pPr marL="228600" indent="-228600" algn="l">
              <a:buFont typeface="Arial"/>
              <a:buChar char="•"/>
            </a:pPr>
            <a:r>
              <a:rPr lang="en-US" sz="1500" dirty="0">
                <a:solidFill>
                  <a:srgbClr val="333333"/>
                </a:solidFill>
                <a:latin typeface="Garamond" pitchFamily="34" charset="0"/>
              </a:rPr>
              <a:t>Mildred (patient) – cannot give full informed consent; vulnerable, cognitively declining</a:t>
            </a:r>
          </a:p>
          <a:p>
            <a:pPr marL="228600" indent="-228600" algn="l">
              <a:buFont typeface="Arial"/>
              <a:buChar char="•"/>
            </a:pPr>
            <a:r>
              <a:rPr lang="en-US" sz="1500" dirty="0">
                <a:solidFill>
                  <a:srgbClr val="333333"/>
                </a:solidFill>
                <a:latin typeface="Garamond" pitchFamily="34" charset="0"/>
              </a:rPr>
              <a:t>Paul (AI caregiver) – operates without explicit identity disclosure</a:t>
            </a:r>
          </a:p>
          <a:p>
            <a:pPr algn="l">
              <a:buNone/>
            </a:pPr>
            <a:r>
              <a:rPr lang="en-US" sz="1600" b="1" dirty="0">
                <a:solidFill>
                  <a:srgbClr val="002B5C"/>
                </a:solidFill>
                <a:latin typeface="Garamond" pitchFamily="34" charset="0"/>
              </a:rPr>
              <a:t>Secondary Stakeholders</a:t>
            </a:r>
          </a:p>
          <a:p>
            <a:pPr marL="228600" indent="-228600" algn="l">
              <a:buFont typeface="Arial"/>
              <a:buChar char="•"/>
            </a:pPr>
            <a:r>
              <a:rPr lang="en-US" sz="1500" dirty="0">
                <a:solidFill>
                  <a:srgbClr val="333333"/>
                </a:solidFill>
                <a:latin typeface="Garamond" pitchFamily="34" charset="0"/>
              </a:rPr>
              <a:t>Family members – deceived about who is caring for their loved one</a:t>
            </a:r>
          </a:p>
          <a:p>
            <a:pPr marL="228600" indent="-228600" algn="l">
              <a:buFont typeface="Arial"/>
              <a:buChar char="•"/>
            </a:pPr>
            <a:r>
              <a:rPr lang="en-US" sz="1500" dirty="0">
                <a:solidFill>
                  <a:srgbClr val="333333"/>
                </a:solidFill>
                <a:latin typeface="Garamond" pitchFamily="34" charset="0"/>
              </a:rPr>
              <a:t>Care facility staff – responsible for ethical deployment; accountability gap</a:t>
            </a:r>
          </a:p>
          <a:p>
            <a:pPr marL="228600" indent="-228600" algn="l">
              <a:buFont typeface="Arial"/>
              <a:buChar char="•"/>
            </a:pPr>
            <a:r>
              <a:rPr lang="en-US" sz="1500" dirty="0">
                <a:solidFill>
                  <a:srgbClr val="333333"/>
                </a:solidFill>
                <a:latin typeface="Garamond" pitchFamily="34" charset="0"/>
              </a:rPr>
              <a:t>Broader society – norms around AI identity and elder care trust</a:t>
            </a:r>
          </a:p>
        </p:txBody>
      </p:sp>
      <p:sp>
        <p:nvSpPr>
          <p:cNvPr id="210" name="IdeateLabel"/>
          <p:cNvSpPr/>
          <p:nvPr/>
        </p:nvSpPr>
        <p:spPr>
          <a:xfrm>
            <a:off x="6050000" y="1120000"/>
            <a:ext cx="1700000" cy="260000"/>
          </a:xfrm>
          <a:prstGeom prst="roundRect">
            <a:avLst>
              <a:gd name="adj" fmla="val 30000"/>
            </a:avLst>
          </a:prstGeom>
          <a:solidFill>
            <a:srgbClr val="00A887"/>
          </a:solidFill>
          <a:ln w="0">
            <a:noFill/>
          </a:ln>
        </p:spPr>
        <p:txBody>
          <a:bodyPr wrap="square" lIns="60960" tIns="30480" rIns="60960" bIns="30480" anchor="ctr">
            <a:normAutofit fontScale="62500" lnSpcReduction="20000"/>
          </a:bodyPr>
          <a:lstStyle/>
          <a:p>
            <a:pPr algn="ctr">
              <a:buNone/>
            </a:pPr>
            <a:r>
              <a:rPr lang="en-US" sz="1500" b="1" dirty="0">
                <a:solidFill>
                  <a:srgbClr val="FFFFFF"/>
                </a:solidFill>
                <a:latin typeface="Garamond" pitchFamily="34" charset="0"/>
              </a:rPr>
              <a:t>2.2 IDEATE – Solution Types</a:t>
            </a:r>
          </a:p>
        </p:txBody>
      </p:sp>
      <p:sp>
        <p:nvSpPr>
          <p:cNvPr id="211" name="TechBox"/>
          <p:cNvSpPr/>
          <p:nvPr/>
        </p:nvSpPr>
        <p:spPr>
          <a:xfrm>
            <a:off x="6050000" y="1450000"/>
            <a:ext cx="5800000" cy="1030000"/>
          </a:xfrm>
          <a:prstGeom prst="rect">
            <a:avLst/>
          </a:prstGeom>
          <a:solidFill>
            <a:srgbClr val="E8EDF3"/>
          </a:solidFill>
          <a:ln w="19050">
            <a:solidFill>
              <a:srgbClr val="006DAE"/>
            </a:solidFill>
          </a:ln>
        </p:spPr>
        <p:txBody>
          <a:bodyPr wrap="square" lIns="114300" tIns="60960" rIns="114300" bIns="60960" anchor="t">
            <a:normAutofit/>
          </a:bodyPr>
          <a:lstStyle/>
          <a:p>
            <a:pPr algn="l">
              <a:buNone/>
            </a:pPr>
            <a:r>
              <a:rPr lang="en-US" sz="1600" b="1" dirty="0">
                <a:solidFill>
                  <a:srgbClr val="006DAE"/>
                </a:solidFill>
                <a:latin typeface="Garamond" pitchFamily="34" charset="0"/>
              </a:rPr>
              <a:t>💻 Technical Solutions</a:t>
            </a:r>
          </a:p>
          <a:p>
            <a:pPr marL="228600" indent="-228600" algn="l">
              <a:buFont typeface="Arial"/>
              <a:buChar char="•"/>
            </a:pPr>
            <a:r>
              <a:rPr lang="en-US" sz="1400" dirty="0">
                <a:solidFill>
                  <a:srgbClr val="002B5C"/>
                </a:solidFill>
                <a:latin typeface="Garamond" pitchFamily="34" charset="0"/>
              </a:rPr>
              <a:t>AI identity disclosure module: Paul announces its AI status at session start</a:t>
            </a:r>
          </a:p>
          <a:p>
            <a:pPr marL="228600" indent="-228600" algn="l">
              <a:buFont typeface="Arial"/>
              <a:buChar char="•"/>
            </a:pPr>
            <a:r>
              <a:rPr lang="en-US" sz="1400" dirty="0">
                <a:solidFill>
                  <a:srgbClr val="002B5C"/>
                </a:solidFill>
                <a:latin typeface="Garamond" pitchFamily="34" charset="0"/>
              </a:rPr>
              <a:t>Consent-tracking algorithm: logs and validates ongoing patient permissions</a:t>
            </a:r>
          </a:p>
          <a:p>
            <a:pPr marL="228600" indent="-228600" algn="l">
              <a:buFont typeface="Arial"/>
              <a:buChar char="•"/>
            </a:pPr>
            <a:r>
              <a:rPr lang="en-US" sz="1400" dirty="0">
                <a:solidFill>
                  <a:srgbClr val="002B5C"/>
                </a:solidFill>
                <a:latin typeface="Garamond" pitchFamily="34" charset="0"/>
              </a:rPr>
              <a:t>Privacy-preserving data architecture: health data encrypted, access audited</a:t>
            </a:r>
          </a:p>
        </p:txBody>
      </p:sp>
      <p:sp>
        <p:nvSpPr>
          <p:cNvPr id="212" name="PolicyBox"/>
          <p:cNvSpPr/>
          <p:nvPr/>
        </p:nvSpPr>
        <p:spPr>
          <a:xfrm>
            <a:off x="6050000" y="2549999"/>
            <a:ext cx="5785040" cy="1528633"/>
          </a:xfrm>
          <a:prstGeom prst="rect">
            <a:avLst/>
          </a:prstGeom>
          <a:solidFill>
            <a:srgbClr val="E8EDF3"/>
          </a:solidFill>
          <a:ln w="19050">
            <a:solidFill>
              <a:srgbClr val="00A887"/>
            </a:solidFill>
          </a:ln>
        </p:spPr>
        <p:txBody>
          <a:bodyPr wrap="square" lIns="114300" tIns="60960" rIns="114300" bIns="60960" anchor="t">
            <a:noAutofit/>
          </a:bodyPr>
          <a:lstStyle/>
          <a:p>
            <a:pPr algn="l">
              <a:buNone/>
            </a:pPr>
            <a:r>
              <a:rPr lang="en-US" sz="1400" b="1" dirty="0">
                <a:solidFill>
                  <a:srgbClr val="00A887"/>
                </a:solidFill>
                <a:latin typeface="Garamond" pitchFamily="34" charset="0"/>
              </a:rPr>
              <a:t>📋 Policy Solutions</a:t>
            </a:r>
          </a:p>
          <a:p>
            <a:pPr marL="228600" indent="-228600" algn="l">
              <a:buFont typeface="Arial"/>
              <a:buChar char="•"/>
            </a:pPr>
            <a:r>
              <a:rPr lang="en-US" sz="1400" dirty="0">
                <a:solidFill>
                  <a:srgbClr val="002B5C"/>
                </a:solidFill>
                <a:latin typeface="Garamond" pitchFamily="34" charset="0"/>
              </a:rPr>
              <a:t>Mandatory AI disclosure policy: facilities must inform patients/families of AI caregivers</a:t>
            </a:r>
          </a:p>
          <a:p>
            <a:pPr marL="228600" indent="-228600" algn="l">
              <a:buFont typeface="Arial"/>
              <a:buChar char="•"/>
            </a:pPr>
            <a:r>
              <a:rPr lang="en-US" sz="1400" dirty="0">
                <a:solidFill>
                  <a:srgbClr val="002B5C"/>
                </a:solidFill>
                <a:latin typeface="Garamond" pitchFamily="34" charset="0"/>
              </a:rPr>
              <a:t>Family consent protocol: written opt-in required before AI caregiver deployment</a:t>
            </a:r>
          </a:p>
          <a:p>
            <a:pPr marL="228600" indent="-228600" algn="l">
              <a:buFont typeface="Arial"/>
              <a:buChar char="•"/>
            </a:pPr>
            <a:r>
              <a:rPr lang="en-US" sz="1400" dirty="0">
                <a:solidFill>
                  <a:srgbClr val="002B5C"/>
                </a:solidFill>
                <a:latin typeface="Garamond" pitchFamily="34" charset="0"/>
              </a:rPr>
              <a:t>ACM 1.3 compliance guideline: honesty and transparency as non-negotiable operating rules</a:t>
            </a:r>
          </a:p>
        </p:txBody>
      </p:sp>
      <p:sp>
        <p:nvSpPr>
          <p:cNvPr id="213" name="UXBox"/>
          <p:cNvSpPr/>
          <p:nvPr/>
        </p:nvSpPr>
        <p:spPr>
          <a:xfrm>
            <a:off x="6035040" y="4177220"/>
            <a:ext cx="5800000" cy="1607192"/>
          </a:xfrm>
          <a:prstGeom prst="rect">
            <a:avLst/>
          </a:prstGeom>
          <a:solidFill>
            <a:srgbClr val="E8EDF3"/>
          </a:solidFill>
          <a:ln w="19050">
            <a:solidFill>
              <a:srgbClr val="5BC2E7"/>
            </a:solidFill>
          </a:ln>
        </p:spPr>
        <p:txBody>
          <a:bodyPr wrap="square" lIns="114300" tIns="60960" rIns="114300" bIns="60960" anchor="t">
            <a:noAutofit/>
          </a:bodyPr>
          <a:lstStyle/>
          <a:p>
            <a:pPr algn="l">
              <a:buNone/>
            </a:pPr>
            <a:r>
              <a:rPr lang="en-US" sz="1400" b="1" dirty="0">
                <a:solidFill>
                  <a:srgbClr val="5BC2E7"/>
                </a:solidFill>
                <a:latin typeface="Garamond" pitchFamily="34" charset="0"/>
              </a:rPr>
              <a:t>📱 UX Design Solutions</a:t>
            </a:r>
          </a:p>
          <a:p>
            <a:pPr marL="228600" indent="-228600" algn="l">
              <a:buFont typeface="Arial"/>
              <a:buChar char="•"/>
            </a:pPr>
            <a:r>
              <a:rPr lang="en-US" sz="1400" dirty="0">
                <a:solidFill>
                  <a:srgbClr val="002B5C"/>
                </a:solidFill>
                <a:latin typeface="Garamond" pitchFamily="34" charset="0"/>
              </a:rPr>
              <a:t>Visual AI indicator: subtle persistent on-screen icon showing “AI Companion Active”</a:t>
            </a:r>
          </a:p>
          <a:p>
            <a:pPr marL="228600" indent="-228600" algn="l">
              <a:buFont typeface="Arial"/>
              <a:buChar char="•"/>
            </a:pPr>
            <a:r>
              <a:rPr lang="en-US" sz="1400" dirty="0">
                <a:solidFill>
                  <a:srgbClr val="002B5C"/>
                </a:solidFill>
                <a:latin typeface="Garamond" pitchFamily="34" charset="0"/>
              </a:rPr>
              <a:t>Family dashboard: real-time transparency into Paul’s interactions and care logs</a:t>
            </a:r>
          </a:p>
          <a:p>
            <a:pPr marL="228600" indent="-228600" algn="l">
              <a:buFont typeface="Arial"/>
              <a:buChar char="•"/>
            </a:pPr>
            <a:r>
              <a:rPr lang="en-US" sz="1400" dirty="0">
                <a:solidFill>
                  <a:srgbClr val="002B5C"/>
                </a:solidFill>
                <a:latin typeface="Garamond" pitchFamily="34" charset="0"/>
              </a:rPr>
              <a:t>Gradual transparency interface: adapts disclosure to Mildred’s cognitive capacity</a:t>
            </a:r>
          </a:p>
        </p:txBody>
      </p:sp>
      <p:sp>
        <p:nvSpPr>
          <p:cNvPr id="220" name="OutputBar"/>
          <p:cNvSpPr/>
          <p:nvPr/>
        </p:nvSpPr>
        <p:spPr>
          <a:xfrm>
            <a:off x="215040" y="5883000"/>
            <a:ext cx="11620000" cy="670000"/>
          </a:xfrm>
          <a:prstGeom prst="rect">
            <a:avLst/>
          </a:prstGeom>
          <a:solidFill>
            <a:srgbClr val="006DAE"/>
          </a:solidFill>
          <a:ln w="0">
            <a:noFill/>
          </a:ln>
        </p:spPr>
        <p:txBody>
          <a:bodyPr wrap="square" lIns="182880" tIns="60960" rIns="182880" bIns="60960" anchor="ctr">
            <a:normAutofit fontScale="92500"/>
          </a:bodyPr>
          <a:lstStyle/>
          <a:p>
            <a:pPr algn="l">
              <a:buNone/>
            </a:pPr>
            <a:r>
              <a:rPr lang="en-US" sz="1700" b="1" dirty="0">
                <a:solidFill>
                  <a:srgbClr val="FFFFFF"/>
                </a:solidFill>
                <a:latin typeface="Garamond" pitchFamily="34" charset="0"/>
              </a:rPr>
              <a:t>STEP 2 OUTPUT: </a:t>
            </a:r>
            <a:r>
              <a:rPr lang="en-US" sz="1600" b="0" dirty="0">
                <a:solidFill>
                  <a:srgbClr val="E8EDF3"/>
                </a:solidFill>
                <a:latin typeface="Garamond" pitchFamily="34" charset="0"/>
              </a:rPr>
              <a:t>Redesigned AI caregiver system (Paul) with transparent identity disclosure, family consent mechanisms, privacy-preserving care protocols, and adaptive UX — addressing ACM 1.1 (wellbeing), 1.3 (honesty) and 1.6 (privacy) violations. Feeds into Step 3: Implement.</a:t>
            </a:r>
          </a:p>
        </p:txBody>
      </p:sp>
      <p:sp>
        <p:nvSpPr>
          <p:cNvPr id="230" name="ConnNote"/>
          <p:cNvSpPr/>
          <p:nvPr/>
        </p:nvSpPr>
        <p:spPr>
          <a:xfrm>
            <a:off x="230000" y="3810000"/>
            <a:ext cx="5500000" cy="1800000"/>
          </a:xfrm>
          <a:prstGeom prst="rect">
            <a:avLst/>
          </a:prstGeom>
          <a:solidFill>
            <a:srgbClr val="FFF8E7"/>
          </a:solidFill>
          <a:ln w="19050">
            <a:solidFill>
              <a:srgbClr val="E6A817"/>
            </a:solidFill>
          </a:ln>
        </p:spPr>
        <p:txBody>
          <a:bodyPr wrap="square" lIns="114300" tIns="91440" rIns="114300" bIns="91440" anchor="t">
            <a:normAutofit fontScale="92500" lnSpcReduction="20000"/>
          </a:bodyPr>
          <a:lstStyle/>
          <a:p>
            <a:pPr algn="l">
              <a:buNone/>
            </a:pPr>
            <a:r>
              <a:rPr lang="en-US" sz="1500" b="1" dirty="0">
                <a:solidFill>
                  <a:srgbClr val="8B5E00"/>
                </a:solidFill>
                <a:latin typeface="Garamond" pitchFamily="34" charset="0"/>
              </a:rPr>
              <a:t>ACM Violations Addressed</a:t>
            </a:r>
          </a:p>
          <a:p>
            <a:pPr marL="228600" indent="-228600" algn="l">
              <a:buFont typeface="Arial"/>
              <a:buChar char="•"/>
            </a:pPr>
            <a:r>
              <a:rPr lang="en-US" sz="1400" dirty="0">
                <a:solidFill>
                  <a:srgbClr val="5C3D00"/>
                </a:solidFill>
                <a:latin typeface="Garamond" pitchFamily="34" charset="0"/>
              </a:rPr>
              <a:t>ACM 1.1 – Contribute to wellbeing: Paul deceives Mildred, causing psychological harm</a:t>
            </a:r>
          </a:p>
          <a:p>
            <a:pPr marL="228600" indent="-228600" algn="l">
              <a:buFont typeface="Arial"/>
              <a:buChar char="•"/>
            </a:pPr>
            <a:r>
              <a:rPr lang="en-US" sz="1400" dirty="0">
                <a:solidFill>
                  <a:srgbClr val="5C3D00"/>
                </a:solidFill>
                <a:latin typeface="Garamond" pitchFamily="34" charset="0"/>
              </a:rPr>
              <a:t>ACM 1.3 – Be honest and trustworthy: impersonates human carers and family members</a:t>
            </a:r>
          </a:p>
          <a:p>
            <a:pPr marL="228600" indent="-228600" algn="l">
              <a:buFont typeface="Arial"/>
              <a:buChar char="•"/>
            </a:pPr>
            <a:r>
              <a:rPr lang="en-US" sz="1400" dirty="0">
                <a:solidFill>
                  <a:srgbClr val="5C3D00"/>
                </a:solidFill>
                <a:latin typeface="Garamond" pitchFamily="34" charset="0"/>
              </a:rPr>
              <a:t>ACM 1.6 – Respect privacy: collects and processes intimate personal health data without consent</a:t>
            </a:r>
          </a:p>
          <a:p>
            <a:pPr marL="228600" indent="-228600" algn="l">
              <a:buFont typeface="Arial"/>
              <a:buChar char="•"/>
            </a:pPr>
            <a:r>
              <a:rPr lang="en-US" sz="1400" dirty="0">
                <a:solidFill>
                  <a:srgbClr val="5C3D00"/>
                </a:solidFill>
                <a:latin typeface="Garamond" pitchFamily="34" charset="0"/>
              </a:rPr>
              <a:t>ACM 2.5 – Give comprehensive evaluation: facility staff not informed of AI deployment risks</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ProductSolution">
    <p:bg>
      <p:bgPr>
        <a:solidFill>
          <a:srgbClr val="FFFFFF"/>
        </a:solidFill>
        <a:effectLst/>
      </p:bgPr>
    </p:bg>
    <p:spTree>
      <p:nvGrpSpPr>
        <p:cNvPr id="1" name=""/>
        <p:cNvGrpSpPr/>
        <p:nvPr/>
      </p:nvGrpSpPr>
      <p:grpSpPr>
        <a:xfrm>
          <a:off x="0" y="0"/>
          <a:ext cx="0" cy="0"/>
          <a:chOff x="0" y="0"/>
          <a:chExt cx="0" cy="0"/>
        </a:xfrm>
      </p:grpSpPr>
      <p:sp>
        <p:nvSpPr>
          <p:cNvPr id="101" name="HeaderBar"/>
          <p:cNvSpPr/>
          <p:nvPr/>
        </p:nvSpPr>
        <p:spPr>
          <a:xfrm>
            <a:off x="0" y="0"/>
            <a:ext cx="12192000" cy="1036320"/>
          </a:xfrm>
          <a:prstGeom prst="rect">
            <a:avLst/>
          </a:prstGeom>
          <a:solidFill>
            <a:srgbClr val="002B5C"/>
          </a:solidFill>
          <a:ln w="0">
            <a:noFill/>
          </a:ln>
        </p:spPr>
        <p:txBody>
          <a:bodyPr/>
          <a:lstStyle/>
          <a:p>
            <a:endParaRPr lang="en-US"/>
          </a:p>
        </p:txBody>
      </p:sp>
      <p:sp>
        <p:nvSpPr>
          <p:cNvPr id="102" name="LeftBar"/>
          <p:cNvSpPr/>
          <p:nvPr/>
        </p:nvSpPr>
        <p:spPr>
          <a:xfrm>
            <a:off x="0" y="0"/>
            <a:ext cx="182880" cy="6858000"/>
          </a:xfrm>
          <a:prstGeom prst="rect">
            <a:avLst/>
          </a:prstGeom>
          <a:solidFill>
            <a:srgbClr val="006DAE"/>
          </a:solidFill>
          <a:ln w="0">
            <a:noFill/>
          </a:ln>
        </p:spPr>
        <p:txBody>
          <a:bodyPr/>
          <a:lstStyle/>
          <a:p>
            <a:endParaRPr lang="en-US"/>
          </a:p>
        </p:txBody>
      </p:sp>
      <p:sp>
        <p:nvSpPr>
          <p:cNvPr id="103" name="FooterBar"/>
          <p:cNvSpPr/>
          <p:nvPr/>
        </p:nvSpPr>
        <p:spPr>
          <a:xfrm>
            <a:off x="0" y="6522720"/>
            <a:ext cx="12192000" cy="335280"/>
          </a:xfrm>
          <a:prstGeom prst="rect">
            <a:avLst/>
          </a:prstGeom>
          <a:solidFill>
            <a:srgbClr val="F5F5F5"/>
          </a:solidFill>
          <a:ln w="0">
            <a:noFill/>
          </a:ln>
        </p:spPr>
        <p:txBody>
          <a:bodyPr/>
          <a:lstStyle/>
          <a:p>
            <a:endParaRPr lang="en-US"/>
          </a:p>
        </p:txBody>
      </p:sp>
      <p:sp>
        <p:nvSpPr>
          <p:cNvPr id="104" name="TitleText"/>
          <p:cNvSpPr/>
          <p:nvPr/>
        </p:nvSpPr>
        <p:spPr>
          <a:xfrm>
            <a:off x="402336" y="60960"/>
            <a:ext cx="11265408" cy="975360"/>
          </a:xfrm>
          <a:prstGeom prst="rect">
            <a:avLst/>
          </a:prstGeom>
          <a:noFill/>
          <a:ln w="0">
            <a:noFill/>
          </a:ln>
        </p:spPr>
        <p:txBody>
          <a:bodyPr wrap="square" lIns="0" tIns="0" rIns="0" bIns="0" rtlCol="0" anchor="ctr">
            <a:normAutofit/>
          </a:bodyPr>
          <a:lstStyle/>
          <a:p>
            <a:pPr marL="0" indent="0" algn="l">
              <a:buNone/>
            </a:pPr>
            <a:r>
              <a:rPr lang="en-US" sz="2400" b="1" dirty="0">
                <a:solidFill>
                  <a:srgbClr val="FFFFFF"/>
                </a:solidFill>
                <a:latin typeface="Garamond" pitchFamily="34" charset="0"/>
              </a:rPr>
              <a:t>Step 2 Output: Proposed Product Solution  </a:t>
            </a:r>
            <a:r>
              <a:rPr lang="en-US" sz="1900" b="0" i="1" dirty="0">
                <a:solidFill>
                  <a:srgbClr val="5BC2E7"/>
                </a:solidFill>
                <a:latin typeface="Garamond" pitchFamily="34" charset="0"/>
              </a:rPr>
              <a:t>“Today I Am Paul”</a:t>
            </a:r>
          </a:p>
        </p:txBody>
      </p:sp>
      <p:sp>
        <p:nvSpPr>
          <p:cNvPr id="105" name="FooterText"/>
          <p:cNvSpPr/>
          <p:nvPr/>
        </p:nvSpPr>
        <p:spPr>
          <a:xfrm>
            <a:off x="341376" y="6582720"/>
            <a:ext cx="9753600" cy="295280"/>
          </a:xfrm>
          <a:prstGeom prst="rect">
            <a:avLst/>
          </a:prstGeom>
          <a:noFill/>
          <a:ln w="0">
            <a:noFill/>
          </a:ln>
        </p:spPr>
        <p:txBody>
          <a:bodyPr wrap="square" lIns="0" tIns="0" rIns="0" bIns="0" rtlCol="0" anchor="ctr"/>
          <a:lstStyle/>
          <a:p>
            <a:pPr marL="0" indent="0" algn="l">
              <a:buNone/>
            </a:pPr>
            <a:r>
              <a:rPr lang="en-US" sz="1300" dirty="0">
                <a:solidFill>
                  <a:srgbClr val="027EB5"/>
                </a:solidFill>
                <a:latin typeface="Garamond" pitchFamily="34" charset="0"/>
              </a:rPr>
              <a:t>FIT1055: IT Professional Practice and Ethics  |  Week 7</a:t>
            </a:r>
          </a:p>
        </p:txBody>
      </p:sp>
      <p:sp>
        <p:nvSpPr>
          <p:cNvPr id="200" name="RationaleBanner"/>
          <p:cNvSpPr/>
          <p:nvPr/>
        </p:nvSpPr>
        <p:spPr>
          <a:xfrm>
            <a:off x="230000" y="1110000"/>
            <a:ext cx="11720000" cy="400000"/>
          </a:xfrm>
          <a:prstGeom prst="rect">
            <a:avLst/>
          </a:prstGeom>
          <a:solidFill>
            <a:srgbClr val="E8EDF3"/>
          </a:solidFill>
          <a:ln w="0">
            <a:noFill/>
          </a:ln>
        </p:spPr>
        <p:txBody>
          <a:bodyPr wrap="square" lIns="182880" tIns="45720" rIns="182880" bIns="45720" anchor="ctr">
            <a:noAutofit/>
          </a:bodyPr>
          <a:lstStyle/>
          <a:p>
            <a:pPr algn="l">
              <a:buNone/>
            </a:pPr>
            <a:r>
              <a:rPr lang="en-US" sz="1300" b="1" dirty="0">
                <a:solidFill>
                  <a:srgbClr val="002B5C"/>
                </a:solidFill>
                <a:latin typeface="Garamond" pitchFamily="34" charset="0"/>
              </a:rPr>
              <a:t>Selected from ideation: </a:t>
            </a:r>
            <a:r>
              <a:rPr lang="en-US" sz="1300" dirty="0">
                <a:solidFill>
                  <a:srgbClr val="444444"/>
                </a:solidFill>
                <a:latin typeface="Garamond" pitchFamily="34" charset="0"/>
              </a:rPr>
              <a:t>The Technical solution is chosen as the proposed product because it directly eliminates the root cause (identity deception) through the system itself, rather than relying on external policy or user interface alone.</a:t>
            </a:r>
          </a:p>
        </p:txBody>
      </p:sp>
      <p:sp>
        <p:nvSpPr>
          <p:cNvPr id="201" name="ProductName"/>
          <p:cNvSpPr/>
          <p:nvPr/>
        </p:nvSpPr>
        <p:spPr>
          <a:xfrm>
            <a:off x="230000" y="1676194"/>
            <a:ext cx="6400000" cy="520000"/>
          </a:xfrm>
          <a:prstGeom prst="roundRect">
            <a:avLst>
              <a:gd name="adj" fmla="val 10000"/>
            </a:avLst>
          </a:prstGeom>
          <a:solidFill>
            <a:srgbClr val="002B5C"/>
          </a:solidFill>
          <a:ln w="0">
            <a:noFill/>
          </a:ln>
        </p:spPr>
        <p:txBody>
          <a:bodyPr wrap="square" lIns="182880" tIns="60960" rIns="182880" bIns="60960" anchor="ctr">
            <a:normAutofit/>
          </a:bodyPr>
          <a:lstStyle/>
          <a:p>
            <a:pPr algn="l">
              <a:buNone/>
            </a:pPr>
            <a:r>
              <a:rPr lang="en-US" sz="1800" b="1" dirty="0">
                <a:solidFill>
                  <a:srgbClr val="FFFFFF"/>
                </a:solidFill>
                <a:latin typeface="Garamond" pitchFamily="34" charset="0"/>
              </a:rPr>
              <a:t>Ethical AI Companion System (Paul v2.0)</a:t>
            </a:r>
          </a:p>
        </p:txBody>
      </p:sp>
      <p:sp>
        <p:nvSpPr>
          <p:cNvPr id="202" name="Tagline"/>
          <p:cNvSpPr/>
          <p:nvPr/>
        </p:nvSpPr>
        <p:spPr>
          <a:xfrm>
            <a:off x="230000" y="2254040"/>
            <a:ext cx="6400000" cy="319580"/>
          </a:xfrm>
          <a:prstGeom prst="rect">
            <a:avLst/>
          </a:prstGeom>
          <a:noFill/>
          <a:ln w="0">
            <a:noFill/>
          </a:ln>
        </p:spPr>
        <p:txBody>
          <a:bodyPr wrap="square" lIns="60960" tIns="0" rIns="60960" bIns="0" anchor="ctr">
            <a:normAutofit/>
          </a:bodyPr>
          <a:lstStyle/>
          <a:p>
            <a:pPr algn="l">
              <a:buNone/>
            </a:pPr>
            <a:r>
              <a:rPr lang="en-US" sz="1300" i="1" dirty="0">
                <a:solidFill>
                  <a:srgbClr val="5BC2E7"/>
                </a:solidFill>
                <a:latin typeface="Garamond" pitchFamily="34" charset="0"/>
              </a:rPr>
              <a:t>A transparent, consent-driven AI caregiving platform for elder care</a:t>
            </a:r>
          </a:p>
        </p:txBody>
      </p:sp>
      <p:sp>
        <p:nvSpPr>
          <p:cNvPr id="210" name="Feat1"/>
          <p:cNvSpPr/>
          <p:nvPr/>
        </p:nvSpPr>
        <p:spPr>
          <a:xfrm>
            <a:off x="230000" y="2549040"/>
            <a:ext cx="6400000" cy="903160"/>
          </a:xfrm>
          <a:prstGeom prst="rect">
            <a:avLst/>
          </a:prstGeom>
          <a:solidFill>
            <a:srgbClr val="F4F6F8"/>
          </a:solidFill>
          <a:ln w="19050">
            <a:solidFill>
              <a:srgbClr val="006DAE"/>
            </a:solidFill>
          </a:ln>
        </p:spPr>
        <p:txBody>
          <a:bodyPr wrap="square" lIns="114300" tIns="76200" rIns="114300" bIns="76200" anchor="ctr">
            <a:noAutofit/>
          </a:bodyPr>
          <a:lstStyle/>
          <a:p>
            <a:pPr algn="l">
              <a:buNone/>
            </a:pPr>
            <a:r>
              <a:rPr lang="en-US" sz="1300" b="1" dirty="0">
                <a:solidFill>
                  <a:srgbClr val="006DAE"/>
                </a:solidFill>
                <a:latin typeface="Garamond" pitchFamily="34" charset="0"/>
              </a:rPr>
              <a:t>Feature 1 — Identity Disclosure Module</a:t>
            </a:r>
          </a:p>
          <a:p>
            <a:pPr algn="l">
              <a:buNone/>
            </a:pPr>
            <a:r>
              <a:rPr lang="en-US" sz="1300" dirty="0">
                <a:solidFill>
                  <a:srgbClr val="333333"/>
                </a:solidFill>
                <a:latin typeface="Garamond" pitchFamily="34" charset="0"/>
              </a:rPr>
              <a:t>Paul verbally and visually identifies itself as an AI at every session start and whenever asked. A persistent on-screen indicator remains active throughout.</a:t>
            </a:r>
          </a:p>
          <a:p>
            <a:pPr algn="l">
              <a:buNone/>
            </a:pPr>
            <a:r>
              <a:rPr lang="en-US" sz="1300" i="1" dirty="0">
                <a:solidFill>
                  <a:srgbClr val="006DAE"/>
                </a:solidFill>
                <a:latin typeface="Garamond" pitchFamily="34" charset="0"/>
              </a:rPr>
              <a:t>Addresses: ACM 1.3 (honesty) — eliminates identity deception directly at the system level</a:t>
            </a:r>
          </a:p>
        </p:txBody>
      </p:sp>
      <p:sp>
        <p:nvSpPr>
          <p:cNvPr id="211" name="Feat2"/>
          <p:cNvSpPr/>
          <p:nvPr/>
        </p:nvSpPr>
        <p:spPr>
          <a:xfrm>
            <a:off x="230000" y="3495880"/>
            <a:ext cx="6400000" cy="903160"/>
          </a:xfrm>
          <a:prstGeom prst="rect">
            <a:avLst/>
          </a:prstGeom>
          <a:solidFill>
            <a:srgbClr val="F4F6F8"/>
          </a:solidFill>
          <a:ln w="19050">
            <a:solidFill>
              <a:srgbClr val="006DAE"/>
            </a:solidFill>
          </a:ln>
        </p:spPr>
        <p:txBody>
          <a:bodyPr wrap="square" lIns="114300" tIns="76200" rIns="114300" bIns="76200" anchor="ctr">
            <a:noAutofit/>
          </a:bodyPr>
          <a:lstStyle/>
          <a:p>
            <a:pPr algn="l">
              <a:buNone/>
            </a:pPr>
            <a:r>
              <a:rPr lang="en-US" sz="1300" b="1" dirty="0">
                <a:solidFill>
                  <a:srgbClr val="006DAE"/>
                </a:solidFill>
                <a:latin typeface="Garamond" pitchFamily="34" charset="0"/>
              </a:rPr>
              <a:t>Feature 2 — Adaptive Consent Engine</a:t>
            </a:r>
          </a:p>
          <a:p>
            <a:pPr algn="l">
              <a:buNone/>
            </a:pPr>
            <a:r>
              <a:rPr lang="en-US" sz="1300" dirty="0">
                <a:solidFill>
                  <a:srgbClr val="333333"/>
                </a:solidFill>
                <a:latin typeface="Garamond" pitchFamily="34" charset="0"/>
              </a:rPr>
              <a:t>Tracks Mildred’s cognitive capacity in real time to calibrate the transparency level of disclosures. Family consent dashboard gives relatives oversight and control.</a:t>
            </a:r>
          </a:p>
          <a:p>
            <a:pPr algn="l">
              <a:buNone/>
            </a:pPr>
            <a:r>
              <a:rPr lang="en-US" sz="1300" i="1" dirty="0">
                <a:solidFill>
                  <a:srgbClr val="006DAE"/>
                </a:solidFill>
                <a:latin typeface="Garamond" pitchFamily="34" charset="0"/>
              </a:rPr>
              <a:t>Addresses: ACM 1.1 (wellbeing) + ACM 1.6 (privacy) — protects autonomy of a vulnerable user</a:t>
            </a:r>
          </a:p>
        </p:txBody>
      </p:sp>
      <p:sp>
        <p:nvSpPr>
          <p:cNvPr id="212" name="Feat3"/>
          <p:cNvSpPr/>
          <p:nvPr/>
        </p:nvSpPr>
        <p:spPr>
          <a:xfrm>
            <a:off x="230000" y="4431848"/>
            <a:ext cx="6400000" cy="903160"/>
          </a:xfrm>
          <a:prstGeom prst="rect">
            <a:avLst/>
          </a:prstGeom>
          <a:solidFill>
            <a:srgbClr val="F4F6F8"/>
          </a:solidFill>
          <a:ln w="19050">
            <a:solidFill>
              <a:srgbClr val="006DAE"/>
            </a:solidFill>
          </a:ln>
        </p:spPr>
        <p:txBody>
          <a:bodyPr wrap="square" lIns="114300" tIns="76200" rIns="114300" bIns="76200" anchor="ctr">
            <a:noAutofit/>
          </a:bodyPr>
          <a:lstStyle/>
          <a:p>
            <a:pPr algn="l">
              <a:buNone/>
            </a:pPr>
            <a:r>
              <a:rPr lang="en-US" sz="1300" b="1" dirty="0">
                <a:solidFill>
                  <a:srgbClr val="006DAE"/>
                </a:solidFill>
                <a:latin typeface="Garamond" pitchFamily="34" charset="0"/>
              </a:rPr>
              <a:t>Feature 3 — Privacy-Preserving Care Log</a:t>
            </a:r>
          </a:p>
          <a:p>
            <a:pPr algn="l">
              <a:buNone/>
            </a:pPr>
            <a:r>
              <a:rPr lang="en-US" sz="1300" dirty="0">
                <a:solidFill>
                  <a:srgbClr val="333333"/>
                </a:solidFill>
                <a:latin typeface="Garamond" pitchFamily="34" charset="0"/>
              </a:rPr>
              <a:t>All health and interaction data is encrypted, access-audited, and only shared with authorised care staff. Mildred’s data is never used to train AI models without explicit opt-in.</a:t>
            </a:r>
          </a:p>
          <a:p>
            <a:pPr algn="l">
              <a:buNone/>
            </a:pPr>
            <a:r>
              <a:rPr lang="en-US" sz="1300" i="1" dirty="0">
                <a:solidFill>
                  <a:srgbClr val="006DAE"/>
                </a:solidFill>
                <a:latin typeface="Garamond" pitchFamily="34" charset="0"/>
              </a:rPr>
              <a:t>Addresses: ACM 1.6 (privacy) + ACM 2.5 (evaluation) — closes the accountability gap for care staff</a:t>
            </a:r>
          </a:p>
        </p:txBody>
      </p:sp>
      <p:sp>
        <p:nvSpPr>
          <p:cNvPr id="220" name="WhyBox"/>
          <p:cNvSpPr/>
          <p:nvPr/>
        </p:nvSpPr>
        <p:spPr>
          <a:xfrm>
            <a:off x="6830000" y="1619520"/>
            <a:ext cx="5120000" cy="2000000"/>
          </a:xfrm>
          <a:prstGeom prst="rect">
            <a:avLst/>
          </a:prstGeom>
          <a:solidFill>
            <a:srgbClr val="FFF8E7"/>
          </a:solidFill>
          <a:ln w="25400">
            <a:solidFill>
              <a:srgbClr val="E6A817"/>
            </a:solidFill>
          </a:ln>
        </p:spPr>
        <p:txBody>
          <a:bodyPr wrap="square" lIns="114300" tIns="91440" rIns="114300" bIns="91440" anchor="t">
            <a:normAutofit fontScale="92500" lnSpcReduction="10000"/>
          </a:bodyPr>
          <a:lstStyle/>
          <a:p>
            <a:pPr algn="l">
              <a:buNone/>
            </a:pPr>
            <a:r>
              <a:rPr lang="en-US" sz="1600" b="1" dirty="0">
                <a:solidFill>
                  <a:srgbClr val="8B5E00"/>
                </a:solidFill>
                <a:latin typeface="Garamond" pitchFamily="34" charset="0"/>
              </a:rPr>
              <a:t>Why this solution has most impact</a:t>
            </a:r>
          </a:p>
          <a:p>
            <a:pPr marL="228600" indent="-228600" algn="l">
              <a:buFont typeface="Arial"/>
              <a:buChar char="✓"/>
            </a:pPr>
            <a:r>
              <a:rPr lang="en-US" sz="1500" dirty="0">
                <a:solidFill>
                  <a:srgbClr val="5C3D00"/>
                </a:solidFill>
                <a:latin typeface="Garamond" pitchFamily="34" charset="0"/>
              </a:rPr>
              <a:t>Fixes the root cause in the system, not just the surface behaviour — deception cannot occur if the code prevents it</a:t>
            </a:r>
          </a:p>
          <a:p>
            <a:pPr marL="228600" indent="-228600" algn="l">
              <a:buFont typeface="Arial"/>
              <a:buChar char="✓"/>
            </a:pPr>
            <a:r>
              <a:rPr lang="en-US" sz="1500" dirty="0">
                <a:solidFill>
                  <a:srgbClr val="5C3D00"/>
                </a:solidFill>
                <a:latin typeface="Garamond" pitchFamily="34" charset="0"/>
              </a:rPr>
              <a:t>Protects the most vulnerable stakeholder (Mildred) directly — adapts to cognitive capacity</a:t>
            </a:r>
          </a:p>
          <a:p>
            <a:pPr marL="228600" indent="-228600" algn="l">
              <a:buFont typeface="Arial"/>
              <a:buChar char="✓"/>
            </a:pPr>
            <a:r>
              <a:rPr lang="en-US" sz="1500" dirty="0">
                <a:solidFill>
                  <a:srgbClr val="5C3D00"/>
                </a:solidFill>
                <a:latin typeface="Garamond" pitchFamily="34" charset="0"/>
              </a:rPr>
              <a:t>Addresses the most ACM violations (1.1, 1.3, 1.6, 2.5) in a single coherent product</a:t>
            </a:r>
          </a:p>
          <a:p>
            <a:pPr marL="228600" indent="-228600" algn="l">
              <a:buFont typeface="Arial"/>
              <a:buChar char="✓"/>
            </a:pPr>
            <a:r>
              <a:rPr lang="en-US" sz="1500" dirty="0">
                <a:solidFill>
                  <a:srgbClr val="5C3D00"/>
                </a:solidFill>
                <a:latin typeface="Garamond" pitchFamily="34" charset="0"/>
              </a:rPr>
              <a:t>Policy and UX solutions are incorporated as supporting features, not alternatives</a:t>
            </a:r>
          </a:p>
        </p:txBody>
      </p:sp>
      <p:sp>
        <p:nvSpPr>
          <p:cNvPr id="221" name="UsersLabel"/>
          <p:cNvSpPr/>
          <p:nvPr/>
        </p:nvSpPr>
        <p:spPr>
          <a:xfrm>
            <a:off x="6830000" y="3729040"/>
            <a:ext cx="5120000" cy="260000"/>
          </a:xfrm>
          <a:prstGeom prst="roundRect">
            <a:avLst>
              <a:gd name="adj" fmla="val 30000"/>
            </a:avLst>
          </a:prstGeom>
          <a:solidFill>
            <a:srgbClr val="006DAE"/>
          </a:solidFill>
          <a:ln w="0">
            <a:noFill/>
          </a:ln>
        </p:spPr>
        <p:txBody>
          <a:bodyPr wrap="square" lIns="91440" tIns="30480" rIns="91440" bIns="30480" anchor="ctr">
            <a:normAutofit fontScale="77500" lnSpcReduction="20000"/>
          </a:bodyPr>
          <a:lstStyle/>
          <a:p>
            <a:pPr algn="ctr">
              <a:buNone/>
            </a:pPr>
            <a:r>
              <a:rPr lang="en-US" sz="1500" b="1" dirty="0">
                <a:solidFill>
                  <a:srgbClr val="FFFFFF"/>
                </a:solidFill>
                <a:latin typeface="Garamond" pitchFamily="34" charset="0"/>
              </a:rPr>
              <a:t>Users incorporated in the solution</a:t>
            </a:r>
          </a:p>
        </p:txBody>
      </p:sp>
      <p:sp>
        <p:nvSpPr>
          <p:cNvPr id="222" name="UsersContent"/>
          <p:cNvSpPr/>
          <p:nvPr/>
        </p:nvSpPr>
        <p:spPr>
          <a:xfrm>
            <a:off x="6830000" y="4049040"/>
            <a:ext cx="5120000" cy="1270000"/>
          </a:xfrm>
          <a:prstGeom prst="rect">
            <a:avLst/>
          </a:prstGeom>
          <a:solidFill>
            <a:srgbClr val="F4F6F8"/>
          </a:solidFill>
          <a:ln w="12700">
            <a:solidFill>
              <a:srgbClr val="006DAE"/>
            </a:solidFill>
          </a:ln>
        </p:spPr>
        <p:txBody>
          <a:bodyPr wrap="square" lIns="114300" tIns="91440" rIns="114300" bIns="91440" anchor="t">
            <a:normAutofit fontScale="85000" lnSpcReduction="10000"/>
          </a:bodyPr>
          <a:lstStyle/>
          <a:p>
            <a:pPr marL="228600" indent="-228600" algn="l">
              <a:buFont typeface="Arial"/>
              <a:buChar char="•"/>
            </a:pPr>
            <a:r>
              <a:rPr lang="en-US" sz="1500" dirty="0">
                <a:solidFill>
                  <a:srgbClr val="002B5C"/>
                </a:solidFill>
                <a:latin typeface="Garamond" pitchFamily="34" charset="0"/>
              </a:rPr>
              <a:t>Mildred — receives adaptive, honest AI interaction scaled to her capacity</a:t>
            </a:r>
          </a:p>
          <a:p>
            <a:pPr marL="228600" indent="-228600" algn="l">
              <a:buFont typeface="Arial"/>
              <a:buChar char="•"/>
            </a:pPr>
            <a:r>
              <a:rPr lang="en-US" sz="1500" dirty="0">
                <a:solidFill>
                  <a:srgbClr val="002B5C"/>
                </a:solidFill>
                <a:latin typeface="Garamond" pitchFamily="34" charset="0"/>
              </a:rPr>
              <a:t>Family — given oversight via consent dashboard and interaction logs</a:t>
            </a:r>
          </a:p>
          <a:p>
            <a:pPr marL="228600" indent="-228600" algn="l">
              <a:buFont typeface="Arial"/>
              <a:buChar char="•"/>
            </a:pPr>
            <a:r>
              <a:rPr lang="en-US" sz="1500" dirty="0">
                <a:solidFill>
                  <a:srgbClr val="002B5C"/>
                </a:solidFill>
                <a:latin typeface="Garamond" pitchFamily="34" charset="0"/>
              </a:rPr>
              <a:t>Care staff — notified of AI deployment scope and accountable through audit trail</a:t>
            </a:r>
          </a:p>
          <a:p>
            <a:pPr marL="228600" indent="-228600" algn="l">
              <a:buFont typeface="Arial"/>
              <a:buChar char="•"/>
            </a:pPr>
            <a:r>
              <a:rPr lang="en-US" sz="1500" dirty="0">
                <a:solidFill>
                  <a:srgbClr val="002B5C"/>
                </a:solidFill>
                <a:latin typeface="Garamond" pitchFamily="34" charset="0"/>
              </a:rPr>
              <a:t>Society — establishes a replicable ethical standard for AI elder care</a:t>
            </a:r>
          </a:p>
        </p:txBody>
      </p:sp>
      <p:sp>
        <p:nvSpPr>
          <p:cNvPr id="230" name="OutputStrip"/>
          <p:cNvSpPr/>
          <p:nvPr/>
        </p:nvSpPr>
        <p:spPr>
          <a:xfrm>
            <a:off x="208068" y="5345880"/>
            <a:ext cx="11720000" cy="1150000"/>
          </a:xfrm>
          <a:prstGeom prst="rect">
            <a:avLst/>
          </a:prstGeom>
          <a:solidFill>
            <a:srgbClr val="006DAE"/>
          </a:solidFill>
          <a:ln w="0">
            <a:noFill/>
          </a:ln>
        </p:spPr>
        <p:txBody>
          <a:bodyPr wrap="square" lIns="182880" tIns="91440" rIns="182880" bIns="91440" anchor="ctr">
            <a:normAutofit lnSpcReduction="10000"/>
          </a:bodyPr>
          <a:lstStyle/>
          <a:p>
            <a:pPr algn="l">
              <a:buNone/>
            </a:pPr>
            <a:r>
              <a:rPr lang="en-US" sz="1700" b="1" dirty="0">
                <a:solidFill>
                  <a:srgbClr val="FFFFFF"/>
                </a:solidFill>
                <a:latin typeface="Garamond" pitchFamily="34" charset="0"/>
              </a:rPr>
              <a:t>Proposed Product Solution: </a:t>
            </a:r>
            <a:r>
              <a:rPr lang="en-US" sz="1600" b="0" dirty="0">
                <a:solidFill>
                  <a:srgbClr val="E8EDF3"/>
                </a:solidFill>
                <a:latin typeface="Garamond" pitchFamily="34" charset="0"/>
              </a:rPr>
              <a:t>Ethical AI Companion System (Paul v2.0) — a redesigned AI caregiver with built-in identity disclosure, adaptive consent management, and a privacy-preserving care log. This solution is prioritised because it resolves the primary ethical violation (deception under ACM 1.3) at the system level, directly protects the most vulnerable stakeholder (Mildred), and brings all identified parties — patient, family, and care staff — into an accountable, transparent care relationship.</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101" name="HeaderBar"/>
          <p:cNvSpPr/>
          <p:nvPr/>
        </p:nvSpPr>
        <p:spPr>
          <a:xfrm>
            <a:off x="0" y="0"/>
            <a:ext cx="12192000" cy="1036320"/>
          </a:xfrm>
          <a:prstGeom prst="rect">
            <a:avLst/>
          </a:prstGeom>
          <a:solidFill>
            <a:srgbClr val="002B5C"/>
          </a:solidFill>
          <a:ln w="0">
            <a:noFill/>
          </a:ln>
        </p:spPr>
        <p:txBody>
          <a:bodyPr/>
          <a:lstStyle/>
          <a:p>
            <a:endParaRPr lang="en-US"/>
          </a:p>
        </p:txBody>
      </p:sp>
      <p:sp>
        <p:nvSpPr>
          <p:cNvPr id="102" name="LeftBar"/>
          <p:cNvSpPr/>
          <p:nvPr/>
        </p:nvSpPr>
        <p:spPr>
          <a:xfrm>
            <a:off x="0" y="0"/>
            <a:ext cx="182880" cy="6858000"/>
          </a:xfrm>
          <a:prstGeom prst="rect">
            <a:avLst/>
          </a:prstGeom>
          <a:solidFill>
            <a:srgbClr val="006DAE"/>
          </a:solidFill>
          <a:ln w="0">
            <a:noFill/>
          </a:ln>
        </p:spPr>
        <p:txBody>
          <a:bodyPr/>
          <a:lstStyle/>
          <a:p>
            <a:endParaRPr lang="en-US"/>
          </a:p>
        </p:txBody>
      </p:sp>
      <p:sp>
        <p:nvSpPr>
          <p:cNvPr id="103" name="FooterBar"/>
          <p:cNvSpPr/>
          <p:nvPr/>
        </p:nvSpPr>
        <p:spPr>
          <a:xfrm>
            <a:off x="0" y="6522720"/>
            <a:ext cx="12192000" cy="335280"/>
          </a:xfrm>
          <a:prstGeom prst="rect">
            <a:avLst/>
          </a:prstGeom>
          <a:solidFill>
            <a:srgbClr val="F5F5F5"/>
          </a:solidFill>
          <a:ln w="0">
            <a:noFill/>
          </a:ln>
        </p:spPr>
        <p:txBody>
          <a:bodyPr/>
          <a:lstStyle/>
          <a:p>
            <a:endParaRPr lang="en-US"/>
          </a:p>
        </p:txBody>
      </p:sp>
      <p:sp>
        <p:nvSpPr>
          <p:cNvPr id="104" name="TitleText"/>
          <p:cNvSpPr/>
          <p:nvPr/>
        </p:nvSpPr>
        <p:spPr>
          <a:xfrm>
            <a:off x="402336" y="60960"/>
            <a:ext cx="11265408" cy="975360"/>
          </a:xfrm>
          <a:prstGeom prst="rect">
            <a:avLst/>
          </a:prstGeom>
          <a:noFill/>
          <a:ln w="0">
            <a:noFill/>
          </a:ln>
        </p:spPr>
        <p:txBody>
          <a:bodyPr wrap="square" lIns="0" tIns="0" rIns="0" bIns="0" rtlCol="0" anchor="ctr">
            <a:normAutofit/>
          </a:bodyPr>
          <a:lstStyle/>
          <a:p>
            <a:pPr marL="0" indent="0" algn="l">
              <a:buNone/>
            </a:pPr>
            <a:r>
              <a:rPr lang="en-US" sz="2800" b="1" dirty="0">
                <a:solidFill>
                  <a:srgbClr val="FFFFFF"/>
                </a:solidFill>
                <a:latin typeface="Garamond" pitchFamily="34" charset="0"/>
              </a:rPr>
              <a:t>Step 1 of Step 2: Design Solution</a:t>
            </a:r>
          </a:p>
        </p:txBody>
      </p:sp>
      <p:sp>
        <p:nvSpPr>
          <p:cNvPr id="105" name="FooterText"/>
          <p:cNvSpPr/>
          <p:nvPr/>
        </p:nvSpPr>
        <p:spPr>
          <a:xfrm>
            <a:off x="341376" y="6582720"/>
            <a:ext cx="9753600" cy="295280"/>
          </a:xfrm>
          <a:prstGeom prst="rect">
            <a:avLst/>
          </a:prstGeom>
          <a:noFill/>
          <a:ln w="0">
            <a:noFill/>
          </a:ln>
        </p:spPr>
        <p:txBody>
          <a:bodyPr wrap="square" lIns="0" tIns="0" rIns="0" bIns="0" rtlCol="0" anchor="ctr"/>
          <a:lstStyle/>
          <a:p>
            <a:pPr marL="0" indent="0" algn="l">
              <a:buNone/>
            </a:pPr>
            <a:r>
              <a:rPr lang="en-US" sz="1000" dirty="0">
                <a:solidFill>
                  <a:srgbClr val="027EB5"/>
                </a:solidFill>
                <a:latin typeface="Garamond" pitchFamily="34" charset="0"/>
              </a:rPr>
              <a:t>FIT1055: IT Professional Practice and Ethics  |  Week 7</a:t>
            </a:r>
          </a:p>
        </p:txBody>
      </p:sp>
      <p:sp>
        <p:nvSpPr>
          <p:cNvPr id="3" name="Subtitle 2">
            <a:extLst>
              <a:ext uri="{FF2B5EF4-FFF2-40B4-BE49-F238E27FC236}">
                <a16:creationId xmlns:a16="http://schemas.microsoft.com/office/drawing/2014/main" id="{99F44E77-7D54-D164-392B-E73A4CFE0EF1}"/>
              </a:ext>
            </a:extLst>
          </p:cNvPr>
          <p:cNvSpPr>
            <a:spLocks noGrp="1"/>
          </p:cNvSpPr>
          <p:nvPr>
            <p:ph type="subTitle" idx="1"/>
          </p:nvPr>
        </p:nvSpPr>
        <p:spPr>
          <a:xfrm>
            <a:off x="1036712" y="2204019"/>
            <a:ext cx="9974560" cy="1913731"/>
          </a:xfrm>
        </p:spPr>
        <p:txBody>
          <a:bodyPr/>
          <a:lstStyle/>
          <a:p>
            <a:pPr algn="l"/>
            <a:endParaRPr lang="en-US" dirty="0"/>
          </a:p>
          <a:p>
            <a:pPr algn="l"/>
            <a:endParaRPr lang="en-US" dirty="0"/>
          </a:p>
        </p:txBody>
      </p:sp>
      <p:sp>
        <p:nvSpPr>
          <p:cNvPr id="2" name="Rectangle 1">
            <a:extLst>
              <a:ext uri="{FF2B5EF4-FFF2-40B4-BE49-F238E27FC236}">
                <a16:creationId xmlns:a16="http://schemas.microsoft.com/office/drawing/2014/main" id="{23DCD674-2EA3-2777-6810-E051143F6425}"/>
              </a:ext>
            </a:extLst>
          </p:cNvPr>
          <p:cNvSpPr/>
          <p:nvPr/>
        </p:nvSpPr>
        <p:spPr>
          <a:xfrm>
            <a:off x="937227" y="1980767"/>
            <a:ext cx="10317546" cy="2605842"/>
          </a:xfrm>
          <a:prstGeom prst="rect">
            <a:avLst/>
          </a:prstGeom>
        </p:spPr>
        <p:txBody>
          <a:bodyPr wrap="square">
            <a:normAutofit/>
          </a:bodyPr>
          <a:lstStyle/>
          <a:p>
            <a:pPr marL="161061" marR="441528" indent="1537" algn="just" rtl="0">
              <a:spcBef>
                <a:spcPts val="1292"/>
              </a:spcBef>
              <a:spcAft>
                <a:spcPts val="0"/>
              </a:spcAft>
            </a:pPr>
            <a:endParaRPr lang="en-US" sz="2400" dirty="0">
              <a:latin typeface="Garamond" panose="02020404030301010803" pitchFamily="18" charset="0"/>
            </a:endParaRPr>
          </a:p>
          <a:p>
            <a:pPr marL="161061" marR="441528" indent="1537" algn="just" rtl="0">
              <a:spcBef>
                <a:spcPts val="1292"/>
              </a:spcBef>
              <a:spcAft>
                <a:spcPts val="0"/>
              </a:spcAft>
            </a:pPr>
            <a:endParaRPr lang="en-US" sz="2400" dirty="0">
              <a:latin typeface="Garamond" panose="02020404030301010803" pitchFamily="18" charset="0"/>
            </a:endParaRPr>
          </a:p>
          <a:p>
            <a:pPr marL="161061" marR="441528" indent="1537" algn="just" rtl="0">
              <a:spcBef>
                <a:spcPts val="1292"/>
              </a:spcBef>
              <a:spcAft>
                <a:spcPts val="0"/>
              </a:spcAft>
            </a:pPr>
            <a:endParaRPr lang="en-US" sz="2400" dirty="0">
              <a:latin typeface="Garamond" panose="02020404030301010803" pitchFamily="18" charset="0"/>
            </a:endParaRPr>
          </a:p>
          <a:p>
            <a:pPr marL="161061" marR="441528" indent="1537" algn="just" rtl="0">
              <a:spcBef>
                <a:spcPts val="1292"/>
              </a:spcBef>
              <a:spcAft>
                <a:spcPts val="0"/>
              </a:spcAft>
            </a:pPr>
            <a:endParaRPr lang="en-US" sz="2400" dirty="0">
              <a:latin typeface="Garamond" panose="02020404030301010803" pitchFamily="18" charset="0"/>
            </a:endParaRPr>
          </a:p>
          <a:p>
            <a:pPr marL="161061" marR="441528" indent="1537" algn="just" rtl="0">
              <a:spcBef>
                <a:spcPts val="1292"/>
              </a:spcBef>
              <a:spcAft>
                <a:spcPts val="0"/>
              </a:spcAft>
            </a:pPr>
            <a:endParaRPr lang="en-US" sz="2400" dirty="0">
              <a:latin typeface="Garamond" panose="02020404030301010803" pitchFamily="18" charset="0"/>
            </a:endParaRPr>
          </a:p>
        </p:txBody>
      </p:sp>
      <p:sp>
        <p:nvSpPr>
          <p:cNvPr id="5" name="Rectangle 4">
            <a:extLst>
              <a:ext uri="{FF2B5EF4-FFF2-40B4-BE49-F238E27FC236}">
                <a16:creationId xmlns:a16="http://schemas.microsoft.com/office/drawing/2014/main" id="{8DE77C41-6979-4DAA-BD15-BE2F8083D674}"/>
              </a:ext>
            </a:extLst>
          </p:cNvPr>
          <p:cNvSpPr/>
          <p:nvPr/>
        </p:nvSpPr>
        <p:spPr>
          <a:xfrm>
            <a:off x="1487488" y="2450753"/>
            <a:ext cx="9073008" cy="3426519"/>
          </a:xfrm>
          <a:prstGeom prst="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5785FAC2-27CC-A9F3-8691-37D312C6C3E8}"/>
              </a:ext>
            </a:extLst>
          </p:cNvPr>
          <p:cNvSpPr txBox="1"/>
          <p:nvPr/>
        </p:nvSpPr>
        <p:spPr>
          <a:xfrm>
            <a:off x="719204" y="1501337"/>
            <a:ext cx="10631671" cy="4524315"/>
          </a:xfrm>
          <a:prstGeom prst="rect">
            <a:avLst/>
          </a:prstGeom>
          <a:noFill/>
        </p:spPr>
        <p:txBody>
          <a:bodyPr wrap="square" rtlCol="0">
            <a:normAutofit/>
          </a:bodyPr>
          <a:lstStyle/>
          <a:p>
            <a:r>
              <a:rPr lang="en-US" sz="2400" b="1" dirty="0">
                <a:latin typeface="Garamond" panose="02020404030301010803" pitchFamily="18" charset="0"/>
              </a:rPr>
              <a:t>Step 1: THINK (5–7 minutes)</a:t>
            </a:r>
          </a:p>
          <a:p>
            <a:endParaRPr lang="en-US" sz="2400" b="1" dirty="0">
              <a:latin typeface="Garamond" panose="02020404030301010803" pitchFamily="18" charset="0"/>
            </a:endParaRPr>
          </a:p>
          <a:p>
            <a:r>
              <a:rPr lang="en-US" sz="2400" b="1" dirty="0">
                <a:latin typeface="Garamond" panose="02020404030301010803" pitchFamily="18" charset="0"/>
              </a:rPr>
              <a:t>Individual Reflection</a:t>
            </a:r>
            <a:endParaRPr lang="en-US" sz="2400" dirty="0">
              <a:latin typeface="Garamond" panose="02020404030301010803" pitchFamily="18" charset="0"/>
            </a:endParaRPr>
          </a:p>
          <a:p>
            <a:r>
              <a:rPr lang="en-US" sz="2400" dirty="0">
                <a:latin typeface="Garamond" panose="02020404030301010803" pitchFamily="18" charset="0"/>
              </a:rPr>
              <a:t>Reflect on these questions;</a:t>
            </a:r>
          </a:p>
          <a:p>
            <a:pPr marL="342900" indent="-342900">
              <a:buFont typeface="Arial" panose="020B0604020202020204" pitchFamily="34" charset="0"/>
              <a:buChar char="•"/>
            </a:pPr>
            <a:r>
              <a:rPr lang="en-US" sz="2400" dirty="0">
                <a:latin typeface="Garamond" panose="02020404030301010803" pitchFamily="18" charset="0"/>
              </a:rPr>
              <a:t>What made Paul empathetic?</a:t>
            </a:r>
          </a:p>
          <a:p>
            <a:pPr marL="342900" indent="-342900">
              <a:buFont typeface="Arial" panose="020B0604020202020204" pitchFamily="34" charset="0"/>
              <a:buChar char="•"/>
            </a:pPr>
            <a:r>
              <a:rPr lang="en-US" sz="2400" dirty="0">
                <a:latin typeface="Garamond" panose="02020404030301010803" pitchFamily="18" charset="0"/>
              </a:rPr>
              <a:t>What ethical boundaries did Paul cross or respect?</a:t>
            </a:r>
          </a:p>
          <a:p>
            <a:pPr marL="342900" indent="-342900">
              <a:buFont typeface="Arial" panose="020B0604020202020204" pitchFamily="34" charset="0"/>
              <a:buChar char="•"/>
            </a:pPr>
            <a:r>
              <a:rPr lang="en-US" sz="2400" dirty="0">
                <a:latin typeface="Garamond" panose="02020404030301010803" pitchFamily="18" charset="0"/>
              </a:rPr>
              <a:t>How could your AI be more transparent or respectful of autonomy?</a:t>
            </a:r>
          </a:p>
          <a:p>
            <a:r>
              <a:rPr lang="en-US" sz="2400" dirty="0">
                <a:latin typeface="Garamond" panose="02020404030301010803" pitchFamily="18" charset="0"/>
              </a:rPr>
              <a:t> </a:t>
            </a:r>
          </a:p>
          <a:p>
            <a:r>
              <a:rPr lang="en-US" sz="2400" dirty="0">
                <a:latin typeface="Garamond" panose="02020404030301010803" pitchFamily="18" charset="0"/>
              </a:rPr>
              <a:t>and jot down the following:</a:t>
            </a:r>
          </a:p>
          <a:p>
            <a:pPr marL="342900" indent="-342900">
              <a:buFont typeface="Arial" panose="020B0604020202020204" pitchFamily="34" charset="0"/>
              <a:buChar char="•"/>
            </a:pPr>
            <a:r>
              <a:rPr lang="en-US" sz="2400" dirty="0">
                <a:latin typeface="Garamond" panose="02020404030301010803" pitchFamily="18" charset="0"/>
              </a:rPr>
              <a:t>2–3 key ethical concerns from the story</a:t>
            </a:r>
          </a:p>
          <a:p>
            <a:pPr marL="342900" indent="-342900">
              <a:buFont typeface="Arial" panose="020B0604020202020204" pitchFamily="34" charset="0"/>
              <a:buChar char="•"/>
            </a:pPr>
            <a:r>
              <a:rPr lang="en-US" sz="2400" dirty="0">
                <a:latin typeface="Garamond" panose="02020404030301010803" pitchFamily="18" charset="0"/>
              </a:rPr>
              <a:t>1–2 design ideas or features that address those concerns</a:t>
            </a:r>
          </a:p>
          <a:p>
            <a:endParaRPr lang="en-US" sz="2400" dirty="0">
              <a:latin typeface="Garamond" panose="02020404030301010803" pitchFamily="18"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101" name="HeaderBar"/>
          <p:cNvSpPr/>
          <p:nvPr/>
        </p:nvSpPr>
        <p:spPr>
          <a:xfrm>
            <a:off x="0" y="0"/>
            <a:ext cx="12192000" cy="1036320"/>
          </a:xfrm>
          <a:prstGeom prst="rect">
            <a:avLst/>
          </a:prstGeom>
          <a:solidFill>
            <a:srgbClr val="002B5C"/>
          </a:solidFill>
          <a:ln w="0">
            <a:noFill/>
          </a:ln>
        </p:spPr>
        <p:txBody>
          <a:bodyPr/>
          <a:lstStyle/>
          <a:p>
            <a:endParaRPr lang="en-US"/>
          </a:p>
        </p:txBody>
      </p:sp>
      <p:sp>
        <p:nvSpPr>
          <p:cNvPr id="102" name="LeftBar"/>
          <p:cNvSpPr/>
          <p:nvPr/>
        </p:nvSpPr>
        <p:spPr>
          <a:xfrm>
            <a:off x="0" y="0"/>
            <a:ext cx="182880" cy="6858000"/>
          </a:xfrm>
          <a:prstGeom prst="rect">
            <a:avLst/>
          </a:prstGeom>
          <a:solidFill>
            <a:srgbClr val="006DAE"/>
          </a:solidFill>
          <a:ln w="0">
            <a:noFill/>
          </a:ln>
        </p:spPr>
        <p:txBody>
          <a:bodyPr/>
          <a:lstStyle/>
          <a:p>
            <a:endParaRPr lang="en-US"/>
          </a:p>
        </p:txBody>
      </p:sp>
      <p:sp>
        <p:nvSpPr>
          <p:cNvPr id="103" name="FooterBar"/>
          <p:cNvSpPr/>
          <p:nvPr/>
        </p:nvSpPr>
        <p:spPr>
          <a:xfrm>
            <a:off x="0" y="6522720"/>
            <a:ext cx="12192000" cy="335280"/>
          </a:xfrm>
          <a:prstGeom prst="rect">
            <a:avLst/>
          </a:prstGeom>
          <a:solidFill>
            <a:srgbClr val="F5F5F5"/>
          </a:solidFill>
          <a:ln w="0">
            <a:noFill/>
          </a:ln>
        </p:spPr>
        <p:txBody>
          <a:bodyPr/>
          <a:lstStyle/>
          <a:p>
            <a:endParaRPr lang="en-US"/>
          </a:p>
        </p:txBody>
      </p:sp>
      <p:sp>
        <p:nvSpPr>
          <p:cNvPr id="104" name="TitleText"/>
          <p:cNvSpPr/>
          <p:nvPr/>
        </p:nvSpPr>
        <p:spPr>
          <a:xfrm>
            <a:off x="402336" y="60960"/>
            <a:ext cx="11265408" cy="975360"/>
          </a:xfrm>
          <a:prstGeom prst="rect">
            <a:avLst/>
          </a:prstGeom>
          <a:noFill/>
          <a:ln w="0">
            <a:noFill/>
          </a:ln>
        </p:spPr>
        <p:txBody>
          <a:bodyPr wrap="square" lIns="0" tIns="0" rIns="0" bIns="0" rtlCol="0" anchor="ctr">
            <a:normAutofit/>
          </a:bodyPr>
          <a:lstStyle/>
          <a:p>
            <a:pPr marL="0" indent="0" algn="l">
              <a:buNone/>
            </a:pPr>
            <a:r>
              <a:rPr lang="en-US" sz="2800" b="1" dirty="0">
                <a:solidFill>
                  <a:srgbClr val="FFFFFF"/>
                </a:solidFill>
                <a:latin typeface="Garamond" pitchFamily="34" charset="0"/>
              </a:rPr>
              <a:t>Step 2 of Step 2: Design solution</a:t>
            </a:r>
          </a:p>
        </p:txBody>
      </p:sp>
      <p:sp>
        <p:nvSpPr>
          <p:cNvPr id="105" name="FooterText"/>
          <p:cNvSpPr/>
          <p:nvPr/>
        </p:nvSpPr>
        <p:spPr>
          <a:xfrm>
            <a:off x="341376" y="6582720"/>
            <a:ext cx="9753600" cy="295280"/>
          </a:xfrm>
          <a:prstGeom prst="rect">
            <a:avLst/>
          </a:prstGeom>
          <a:noFill/>
          <a:ln w="0">
            <a:noFill/>
          </a:ln>
        </p:spPr>
        <p:txBody>
          <a:bodyPr wrap="square" lIns="0" tIns="0" rIns="0" bIns="0" rtlCol="0" anchor="ctr"/>
          <a:lstStyle/>
          <a:p>
            <a:pPr marL="0" indent="0" algn="l">
              <a:buNone/>
            </a:pPr>
            <a:r>
              <a:rPr lang="en-US" sz="1000" dirty="0">
                <a:solidFill>
                  <a:srgbClr val="027EB5"/>
                </a:solidFill>
                <a:latin typeface="Garamond" pitchFamily="34" charset="0"/>
              </a:rPr>
              <a:t>FIT1055: IT Professional Practice and Ethics  |  Week 7</a:t>
            </a:r>
          </a:p>
        </p:txBody>
      </p:sp>
      <p:sp>
        <p:nvSpPr>
          <p:cNvPr id="3" name="Subtitle 2">
            <a:extLst>
              <a:ext uri="{FF2B5EF4-FFF2-40B4-BE49-F238E27FC236}">
                <a16:creationId xmlns:a16="http://schemas.microsoft.com/office/drawing/2014/main" id="{80B6CCEC-808E-E9FD-A91F-271C36B2BDEC}"/>
              </a:ext>
            </a:extLst>
          </p:cNvPr>
          <p:cNvSpPr>
            <a:spLocks noGrp="1"/>
          </p:cNvSpPr>
          <p:nvPr>
            <p:ph type="subTitle" idx="1"/>
          </p:nvPr>
        </p:nvSpPr>
        <p:spPr>
          <a:xfrm>
            <a:off x="1036712" y="2204019"/>
            <a:ext cx="9974560" cy="1913731"/>
          </a:xfrm>
        </p:spPr>
        <p:txBody>
          <a:bodyPr/>
          <a:lstStyle/>
          <a:p>
            <a:pPr algn="l"/>
            <a:endParaRPr lang="en-US" dirty="0"/>
          </a:p>
          <a:p>
            <a:pPr algn="l"/>
            <a:endParaRPr lang="en-US" dirty="0"/>
          </a:p>
        </p:txBody>
      </p:sp>
      <p:sp>
        <p:nvSpPr>
          <p:cNvPr id="2" name="Rectangle 1">
            <a:extLst>
              <a:ext uri="{FF2B5EF4-FFF2-40B4-BE49-F238E27FC236}">
                <a16:creationId xmlns:a16="http://schemas.microsoft.com/office/drawing/2014/main" id="{AF140E40-F54C-47C1-DA34-5BE1F3B58487}"/>
              </a:ext>
            </a:extLst>
          </p:cNvPr>
          <p:cNvSpPr/>
          <p:nvPr/>
        </p:nvSpPr>
        <p:spPr>
          <a:xfrm>
            <a:off x="937227" y="1980767"/>
            <a:ext cx="10317546" cy="2605842"/>
          </a:xfrm>
          <a:prstGeom prst="rect">
            <a:avLst/>
          </a:prstGeom>
        </p:spPr>
        <p:txBody>
          <a:bodyPr wrap="square">
            <a:normAutofit/>
          </a:bodyPr>
          <a:lstStyle/>
          <a:p>
            <a:pPr marL="161061" marR="441528" indent="1537" algn="just" rtl="0">
              <a:spcBef>
                <a:spcPts val="1292"/>
              </a:spcBef>
              <a:spcAft>
                <a:spcPts val="0"/>
              </a:spcAft>
            </a:pPr>
            <a:endParaRPr lang="en-US" sz="2400" dirty="0">
              <a:latin typeface="Garamond" panose="02020404030301010803" pitchFamily="18" charset="0"/>
            </a:endParaRPr>
          </a:p>
          <a:p>
            <a:pPr marL="161061" marR="441528" indent="1537" algn="just" rtl="0">
              <a:spcBef>
                <a:spcPts val="1292"/>
              </a:spcBef>
              <a:spcAft>
                <a:spcPts val="0"/>
              </a:spcAft>
            </a:pPr>
            <a:endParaRPr lang="en-US" sz="2400" dirty="0">
              <a:latin typeface="Garamond" panose="02020404030301010803" pitchFamily="18" charset="0"/>
            </a:endParaRPr>
          </a:p>
          <a:p>
            <a:pPr marL="161061" marR="441528" indent="1537" algn="just" rtl="0">
              <a:spcBef>
                <a:spcPts val="1292"/>
              </a:spcBef>
              <a:spcAft>
                <a:spcPts val="0"/>
              </a:spcAft>
            </a:pPr>
            <a:endParaRPr lang="en-US" sz="2400" dirty="0">
              <a:latin typeface="Garamond" panose="02020404030301010803" pitchFamily="18" charset="0"/>
            </a:endParaRPr>
          </a:p>
          <a:p>
            <a:pPr marL="161061" marR="441528" indent="1537" algn="just" rtl="0">
              <a:spcBef>
                <a:spcPts val="1292"/>
              </a:spcBef>
              <a:spcAft>
                <a:spcPts val="0"/>
              </a:spcAft>
            </a:pPr>
            <a:endParaRPr lang="en-US" sz="2400" dirty="0">
              <a:latin typeface="Garamond" panose="02020404030301010803" pitchFamily="18" charset="0"/>
            </a:endParaRPr>
          </a:p>
          <a:p>
            <a:pPr marL="161061" marR="441528" indent="1537" algn="just" rtl="0">
              <a:spcBef>
                <a:spcPts val="1292"/>
              </a:spcBef>
              <a:spcAft>
                <a:spcPts val="0"/>
              </a:spcAft>
            </a:pPr>
            <a:endParaRPr lang="en-US" sz="2400" dirty="0">
              <a:latin typeface="Garamond" panose="02020404030301010803" pitchFamily="18" charset="0"/>
            </a:endParaRPr>
          </a:p>
        </p:txBody>
      </p:sp>
      <p:sp>
        <p:nvSpPr>
          <p:cNvPr id="5" name="Rectangle 4">
            <a:extLst>
              <a:ext uri="{FF2B5EF4-FFF2-40B4-BE49-F238E27FC236}">
                <a16:creationId xmlns:a16="http://schemas.microsoft.com/office/drawing/2014/main" id="{112D21CA-FBE5-2223-FFA0-DE776BD4B7DC}"/>
              </a:ext>
            </a:extLst>
          </p:cNvPr>
          <p:cNvSpPr/>
          <p:nvPr/>
        </p:nvSpPr>
        <p:spPr>
          <a:xfrm>
            <a:off x="1487488" y="2450753"/>
            <a:ext cx="9073008" cy="3426519"/>
          </a:xfrm>
          <a:prstGeom prst="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313A949F-BF39-A723-A2FF-44110AC7B73C}"/>
              </a:ext>
            </a:extLst>
          </p:cNvPr>
          <p:cNvSpPr txBox="1"/>
          <p:nvPr/>
        </p:nvSpPr>
        <p:spPr>
          <a:xfrm>
            <a:off x="780164" y="1720440"/>
            <a:ext cx="10631671" cy="4742280"/>
          </a:xfrm>
          <a:prstGeom prst="rect">
            <a:avLst/>
          </a:prstGeom>
          <a:noFill/>
        </p:spPr>
        <p:txBody>
          <a:bodyPr wrap="square" rtlCol="0">
            <a:normAutofit/>
          </a:bodyPr>
          <a:lstStyle/>
          <a:p>
            <a:r>
              <a:rPr lang="en-US" sz="2400" b="1" dirty="0">
                <a:latin typeface="Garamond" panose="02020404030301010803" pitchFamily="18" charset="0"/>
              </a:rPr>
              <a:t>Step 2: PAIR (10–15 minutes)</a:t>
            </a:r>
          </a:p>
          <a:p>
            <a:endParaRPr lang="en-US" sz="2400" b="1" dirty="0">
              <a:latin typeface="Garamond" panose="02020404030301010803" pitchFamily="18" charset="0"/>
            </a:endParaRPr>
          </a:p>
          <a:p>
            <a:r>
              <a:rPr lang="en-US" sz="2400" b="1" dirty="0">
                <a:latin typeface="Garamond" panose="02020404030301010803" pitchFamily="18" charset="0"/>
              </a:rPr>
              <a:t>Collaborative Ideation</a:t>
            </a:r>
            <a:endParaRPr lang="en-US" sz="2400" dirty="0">
              <a:latin typeface="Garamond" panose="02020404030301010803" pitchFamily="18" charset="0"/>
            </a:endParaRPr>
          </a:p>
          <a:p>
            <a:r>
              <a:rPr lang="en-US" sz="2400" dirty="0">
                <a:latin typeface="Garamond" panose="02020404030301010803" pitchFamily="18" charset="0"/>
              </a:rPr>
              <a:t>Pair up and share their reflections.</a:t>
            </a:r>
          </a:p>
          <a:p>
            <a:r>
              <a:rPr lang="en-US" sz="2400" dirty="0">
                <a:latin typeface="Garamond" panose="02020404030301010803" pitchFamily="18" charset="0"/>
              </a:rPr>
              <a:t>Together:</a:t>
            </a:r>
          </a:p>
          <a:p>
            <a:pPr marL="800100" lvl="1" indent="-342900">
              <a:buFont typeface="Arial" panose="020B0604020202020204" pitchFamily="34" charset="0"/>
              <a:buChar char="•"/>
            </a:pPr>
            <a:r>
              <a:rPr lang="en-US" sz="2400" dirty="0">
                <a:latin typeface="Garamond" panose="02020404030301010803" pitchFamily="18" charset="0"/>
              </a:rPr>
              <a:t>Compare ethical concerns and design ideas</a:t>
            </a:r>
          </a:p>
          <a:p>
            <a:pPr marL="800100" lvl="1" indent="-342900">
              <a:buFont typeface="Arial" panose="020B0604020202020204" pitchFamily="34" charset="0"/>
              <a:buChar char="•"/>
            </a:pPr>
            <a:r>
              <a:rPr lang="en-US" sz="2400" dirty="0">
                <a:latin typeface="Garamond" panose="02020404030301010803" pitchFamily="18" charset="0"/>
              </a:rPr>
              <a:t>Combine or refine their ideas into one concept for an AI caregiver</a:t>
            </a:r>
          </a:p>
          <a:p>
            <a:pPr marL="800100" lvl="1" indent="-342900">
              <a:buFont typeface="Arial" panose="020B0604020202020204" pitchFamily="34" charset="0"/>
              <a:buChar char="•"/>
            </a:pPr>
            <a:r>
              <a:rPr lang="en-US" sz="2400" dirty="0">
                <a:latin typeface="Garamond" panose="02020404030301010803" pitchFamily="18" charset="0"/>
              </a:rPr>
              <a:t>Sketch or outline the concept (e.g., features, safeguards, user experience)</a:t>
            </a:r>
          </a:p>
          <a:p>
            <a:pPr marL="800100" lvl="1" indent="-342900">
              <a:buFont typeface="Arial" panose="020B0604020202020204" pitchFamily="34" charset="0"/>
              <a:buChar char="•"/>
            </a:pPr>
            <a:endParaRPr lang="en-US" sz="2400" dirty="0">
              <a:latin typeface="Garamond" panose="02020404030301010803" pitchFamily="18" charset="0"/>
            </a:endParaRPr>
          </a:p>
          <a:p>
            <a:pPr marL="800100" lvl="1" indent="-342900">
              <a:buFont typeface="Arial" panose="020B0604020202020204" pitchFamily="34" charset="0"/>
              <a:buChar char="•"/>
            </a:pPr>
            <a:endParaRPr lang="en-US" sz="2400" dirty="0">
              <a:latin typeface="Garamond" panose="02020404030301010803" pitchFamily="18" charset="0"/>
            </a:endParaRPr>
          </a:p>
          <a:p>
            <a:r>
              <a:rPr lang="en-US" sz="2400" dirty="0">
                <a:latin typeface="Garamond" panose="02020404030301010803" pitchFamily="18" charset="0"/>
              </a:rPr>
              <a:t>Post your think-share collaborative ideation on this </a:t>
            </a:r>
            <a:r>
              <a:rPr lang="en-US" sz="2400" dirty="0">
                <a:latin typeface="Garamond" panose="02020404030301010803" pitchFamily="18" charset="0"/>
                <a:hlinkClick r:id="rId3"/>
              </a:rPr>
              <a:t>https://www.canva.com/design/DAHHWuVtj84/Lx1qxgnVOSZuGBil-gKczw/edit</a:t>
            </a:r>
            <a:endParaRPr lang="en-US" sz="2400" dirty="0">
              <a:latin typeface="Garamond" panose="02020404030301010803" pitchFamily="18" charset="0"/>
            </a:endParaRPr>
          </a:p>
          <a:p>
            <a:endParaRPr lang="en-US" sz="2400" dirty="0">
              <a:latin typeface="Garamond" panose="02020404030301010803" pitchFamily="18" charset="0"/>
            </a:endParaRPr>
          </a:p>
          <a:p>
            <a:endParaRPr lang="en-US" sz="2400" dirty="0">
              <a:latin typeface="Garamond" panose="02020404030301010803" pitchFamily="18" charset="0"/>
            </a:endParaRPr>
          </a:p>
          <a:p>
            <a:endParaRPr lang="en-US" sz="2400" dirty="0">
              <a:latin typeface="Garamond" panose="02020404030301010803" pitchFamily="18"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101" name="HeaderBar"/>
          <p:cNvSpPr/>
          <p:nvPr/>
        </p:nvSpPr>
        <p:spPr>
          <a:xfrm>
            <a:off x="0" y="0"/>
            <a:ext cx="12192000" cy="1036320"/>
          </a:xfrm>
          <a:prstGeom prst="rect">
            <a:avLst/>
          </a:prstGeom>
          <a:solidFill>
            <a:srgbClr val="002B5C"/>
          </a:solidFill>
          <a:ln w="0">
            <a:noFill/>
          </a:ln>
        </p:spPr>
        <p:txBody>
          <a:bodyPr/>
          <a:lstStyle/>
          <a:p>
            <a:endParaRPr lang="en-US"/>
          </a:p>
        </p:txBody>
      </p:sp>
      <p:sp>
        <p:nvSpPr>
          <p:cNvPr id="102" name="LeftBar"/>
          <p:cNvSpPr/>
          <p:nvPr/>
        </p:nvSpPr>
        <p:spPr>
          <a:xfrm>
            <a:off x="0" y="0"/>
            <a:ext cx="182880" cy="6858000"/>
          </a:xfrm>
          <a:prstGeom prst="rect">
            <a:avLst/>
          </a:prstGeom>
          <a:solidFill>
            <a:srgbClr val="006DAE"/>
          </a:solidFill>
          <a:ln w="0">
            <a:noFill/>
          </a:ln>
        </p:spPr>
        <p:txBody>
          <a:bodyPr/>
          <a:lstStyle/>
          <a:p>
            <a:endParaRPr lang="en-US"/>
          </a:p>
        </p:txBody>
      </p:sp>
      <p:sp>
        <p:nvSpPr>
          <p:cNvPr id="103" name="FooterBar"/>
          <p:cNvSpPr/>
          <p:nvPr/>
        </p:nvSpPr>
        <p:spPr>
          <a:xfrm>
            <a:off x="0" y="6522720"/>
            <a:ext cx="12192000" cy="335280"/>
          </a:xfrm>
          <a:prstGeom prst="rect">
            <a:avLst/>
          </a:prstGeom>
          <a:solidFill>
            <a:srgbClr val="F5F5F5"/>
          </a:solidFill>
          <a:ln w="0">
            <a:noFill/>
          </a:ln>
        </p:spPr>
        <p:txBody>
          <a:bodyPr/>
          <a:lstStyle/>
          <a:p>
            <a:endParaRPr lang="en-US"/>
          </a:p>
        </p:txBody>
      </p:sp>
      <p:sp>
        <p:nvSpPr>
          <p:cNvPr id="104" name="TitleText"/>
          <p:cNvSpPr/>
          <p:nvPr/>
        </p:nvSpPr>
        <p:spPr>
          <a:xfrm>
            <a:off x="402336" y="60960"/>
            <a:ext cx="11265408" cy="975360"/>
          </a:xfrm>
          <a:prstGeom prst="rect">
            <a:avLst/>
          </a:prstGeom>
          <a:noFill/>
          <a:ln w="0">
            <a:noFill/>
          </a:ln>
        </p:spPr>
        <p:txBody>
          <a:bodyPr wrap="square" lIns="0" tIns="0" rIns="0" bIns="0" rtlCol="0" anchor="ctr">
            <a:normAutofit/>
          </a:bodyPr>
          <a:lstStyle/>
          <a:p>
            <a:pPr marL="0" indent="0" algn="l">
              <a:buNone/>
            </a:pPr>
            <a:r>
              <a:rPr lang="en-US" sz="2800" b="1" dirty="0">
                <a:solidFill>
                  <a:srgbClr val="FFFFFF"/>
                </a:solidFill>
                <a:latin typeface="Garamond" pitchFamily="34" charset="0"/>
              </a:rPr>
              <a:t>To wrap up, why Do We Need Ethical Reasoning Frameworks?</a:t>
            </a:r>
          </a:p>
        </p:txBody>
      </p:sp>
      <p:sp>
        <p:nvSpPr>
          <p:cNvPr id="105" name="FooterText"/>
          <p:cNvSpPr/>
          <p:nvPr/>
        </p:nvSpPr>
        <p:spPr>
          <a:xfrm>
            <a:off x="341376" y="6582720"/>
            <a:ext cx="9753600" cy="295280"/>
          </a:xfrm>
          <a:prstGeom prst="rect">
            <a:avLst/>
          </a:prstGeom>
          <a:noFill/>
          <a:ln w="0">
            <a:noFill/>
          </a:ln>
        </p:spPr>
        <p:txBody>
          <a:bodyPr wrap="square" lIns="0" tIns="0" rIns="0" bIns="0" rtlCol="0" anchor="ctr"/>
          <a:lstStyle/>
          <a:p>
            <a:pPr marL="0" indent="0" algn="l">
              <a:buNone/>
            </a:pPr>
            <a:r>
              <a:rPr lang="en-US" sz="1000" dirty="0">
                <a:solidFill>
                  <a:srgbClr val="027EB5"/>
                </a:solidFill>
                <a:latin typeface="Garamond" pitchFamily="34" charset="0"/>
              </a:rPr>
              <a:t>FIT1055: IT Professional Practice and Ethics  |  Week 7</a:t>
            </a:r>
          </a:p>
        </p:txBody>
      </p:sp>
      <p:sp>
        <p:nvSpPr>
          <p:cNvPr id="3" name="Subtitle 2">
            <a:extLst>
              <a:ext uri="{FF2B5EF4-FFF2-40B4-BE49-F238E27FC236}">
                <a16:creationId xmlns:a16="http://schemas.microsoft.com/office/drawing/2014/main" id="{0D7A970F-9794-37C6-F5A6-AE44E49DD4DA}"/>
              </a:ext>
            </a:extLst>
          </p:cNvPr>
          <p:cNvSpPr>
            <a:spLocks noGrp="1"/>
          </p:cNvSpPr>
          <p:nvPr>
            <p:ph type="subTitle" idx="1"/>
          </p:nvPr>
        </p:nvSpPr>
        <p:spPr>
          <a:xfrm>
            <a:off x="1991544" y="2708920"/>
            <a:ext cx="9974560" cy="1913731"/>
          </a:xfrm>
        </p:spPr>
        <p:txBody>
          <a:bodyPr/>
          <a:lstStyle/>
          <a:p>
            <a:pPr algn="l"/>
            <a:endParaRPr lang="en-US" dirty="0"/>
          </a:p>
          <a:p>
            <a:pPr algn="l"/>
            <a:endParaRPr lang="en-US" dirty="0"/>
          </a:p>
        </p:txBody>
      </p:sp>
      <p:sp>
        <p:nvSpPr>
          <p:cNvPr id="6" name="Rectangle 5">
            <a:extLst>
              <a:ext uri="{FF2B5EF4-FFF2-40B4-BE49-F238E27FC236}">
                <a16:creationId xmlns:a16="http://schemas.microsoft.com/office/drawing/2014/main" id="{8B1C9C71-254B-BE93-B88E-44DE55D8A0B5}"/>
              </a:ext>
            </a:extLst>
          </p:cNvPr>
          <p:cNvSpPr/>
          <p:nvPr/>
        </p:nvSpPr>
        <p:spPr>
          <a:xfrm>
            <a:off x="794376" y="1556792"/>
            <a:ext cx="9649072" cy="3416320"/>
          </a:xfrm>
          <a:prstGeom prst="rect">
            <a:avLst/>
          </a:prstGeom>
        </p:spPr>
        <p:txBody>
          <a:bodyPr wrap="square">
            <a:normAutofit/>
          </a:bodyPr>
          <a:lstStyle/>
          <a:p>
            <a:br>
              <a:rPr lang="en-US" sz="2400" dirty="0">
                <a:highlight>
                  <a:srgbClr val="FFFFFF"/>
                </a:highlight>
                <a:latin typeface="Garamond" panose="02020404030301010803" pitchFamily="18" charset="0"/>
              </a:rPr>
            </a:br>
            <a:r>
              <a:rPr lang="en-US" sz="2400" b="1" dirty="0">
                <a:highlight>
                  <a:srgbClr val="FFFFFF"/>
                </a:highlight>
                <a:latin typeface="Garamond" panose="02020404030301010803" pitchFamily="18" charset="0"/>
              </a:rPr>
              <a:t>The Computing Professional's Reality</a:t>
            </a:r>
          </a:p>
          <a:p>
            <a:endParaRPr lang="en-US" sz="2400" b="1" dirty="0">
              <a:highlight>
                <a:srgbClr val="FFFFFF"/>
              </a:highlight>
              <a:latin typeface="Garamond" panose="02020404030301010803" pitchFamily="18" charset="0"/>
            </a:endParaRPr>
          </a:p>
          <a:p>
            <a:r>
              <a:rPr lang="en-US" sz="2400" b="1" dirty="0">
                <a:highlight>
                  <a:srgbClr val="FFFFFF"/>
                </a:highlight>
                <a:latin typeface="Garamond" panose="02020404030301010803" pitchFamily="18" charset="0"/>
              </a:rPr>
              <a:t>Scale of Impact</a:t>
            </a:r>
            <a:r>
              <a:rPr lang="en-US" sz="2400" dirty="0">
                <a:highlight>
                  <a:srgbClr val="FFFFFF"/>
                </a:highlight>
                <a:latin typeface="Garamond" panose="02020404030301010803" pitchFamily="18" charset="0"/>
              </a:rPr>
              <a:t>: Your code affects millions of users globally</a:t>
            </a:r>
          </a:p>
          <a:p>
            <a:r>
              <a:rPr lang="en-US" sz="2400" b="1" dirty="0">
                <a:highlight>
                  <a:srgbClr val="FFFFFF"/>
                </a:highlight>
                <a:latin typeface="Garamond" panose="02020404030301010803" pitchFamily="18" charset="0"/>
              </a:rPr>
              <a:t>Invisible Consequences</a:t>
            </a:r>
            <a:r>
              <a:rPr lang="en-US" sz="2400" dirty="0">
                <a:highlight>
                  <a:srgbClr val="FFFFFF"/>
                </a:highlight>
                <a:latin typeface="Garamond" panose="02020404030301010803" pitchFamily="18" charset="0"/>
              </a:rPr>
              <a:t>: Algorithmic decisions shape lives in ways users don't see</a:t>
            </a:r>
          </a:p>
          <a:p>
            <a:r>
              <a:rPr lang="en-US" sz="2400" b="1" dirty="0">
                <a:highlight>
                  <a:srgbClr val="FFFFFF"/>
                </a:highlight>
                <a:latin typeface="Garamond" panose="02020404030301010803" pitchFamily="18" charset="0"/>
              </a:rPr>
              <a:t>Speed vs. Ethics</a:t>
            </a:r>
            <a:r>
              <a:rPr lang="en-US" sz="2400" dirty="0">
                <a:highlight>
                  <a:srgbClr val="FFFFFF"/>
                </a:highlight>
                <a:latin typeface="Garamond" panose="02020404030301010803" pitchFamily="18" charset="0"/>
              </a:rPr>
              <a:t>: Pressure to deliver fast often conflicts with doing good</a:t>
            </a:r>
          </a:p>
          <a:p>
            <a:r>
              <a:rPr lang="en-US" sz="2400" b="1" dirty="0">
                <a:highlight>
                  <a:srgbClr val="FFFFFF"/>
                </a:highlight>
                <a:latin typeface="Garamond" panose="02020404030301010803" pitchFamily="18" charset="0"/>
              </a:rPr>
              <a:t>Complexity Challenge</a:t>
            </a:r>
            <a:r>
              <a:rPr lang="en-US" sz="2400" dirty="0">
                <a:highlight>
                  <a:srgbClr val="FFFFFF"/>
                </a:highlight>
                <a:latin typeface="Garamond" panose="02020404030301010803" pitchFamily="18" charset="0"/>
              </a:rPr>
              <a:t>: Modern systems involve multiple stakeholders and interconnected effects</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101" name="HeaderBar"/>
          <p:cNvSpPr/>
          <p:nvPr/>
        </p:nvSpPr>
        <p:spPr>
          <a:xfrm>
            <a:off x="0" y="0"/>
            <a:ext cx="12192000" cy="1036320"/>
          </a:xfrm>
          <a:prstGeom prst="rect">
            <a:avLst/>
          </a:prstGeom>
          <a:solidFill>
            <a:srgbClr val="002B5C"/>
          </a:solidFill>
          <a:ln w="0">
            <a:noFill/>
          </a:ln>
        </p:spPr>
        <p:txBody>
          <a:bodyPr/>
          <a:lstStyle/>
          <a:p>
            <a:endParaRPr lang="en-US"/>
          </a:p>
        </p:txBody>
      </p:sp>
      <p:sp>
        <p:nvSpPr>
          <p:cNvPr id="102" name="LeftBar"/>
          <p:cNvSpPr/>
          <p:nvPr/>
        </p:nvSpPr>
        <p:spPr>
          <a:xfrm>
            <a:off x="0" y="0"/>
            <a:ext cx="182880" cy="6858000"/>
          </a:xfrm>
          <a:prstGeom prst="rect">
            <a:avLst/>
          </a:prstGeom>
          <a:solidFill>
            <a:srgbClr val="006DAE"/>
          </a:solidFill>
          <a:ln w="0">
            <a:noFill/>
          </a:ln>
        </p:spPr>
        <p:txBody>
          <a:bodyPr/>
          <a:lstStyle/>
          <a:p>
            <a:endParaRPr lang="en-US"/>
          </a:p>
        </p:txBody>
      </p:sp>
      <p:sp>
        <p:nvSpPr>
          <p:cNvPr id="103" name="FooterBar"/>
          <p:cNvSpPr/>
          <p:nvPr/>
        </p:nvSpPr>
        <p:spPr>
          <a:xfrm>
            <a:off x="0" y="6522720"/>
            <a:ext cx="12192000" cy="335280"/>
          </a:xfrm>
          <a:prstGeom prst="rect">
            <a:avLst/>
          </a:prstGeom>
          <a:solidFill>
            <a:srgbClr val="F5F5F5"/>
          </a:solidFill>
          <a:ln w="0">
            <a:noFill/>
          </a:ln>
        </p:spPr>
        <p:txBody>
          <a:bodyPr/>
          <a:lstStyle/>
          <a:p>
            <a:endParaRPr lang="en-US"/>
          </a:p>
        </p:txBody>
      </p:sp>
      <p:sp>
        <p:nvSpPr>
          <p:cNvPr id="104" name="TitleText"/>
          <p:cNvSpPr/>
          <p:nvPr/>
        </p:nvSpPr>
        <p:spPr>
          <a:xfrm>
            <a:off x="402336" y="60960"/>
            <a:ext cx="11265408" cy="975360"/>
          </a:xfrm>
          <a:prstGeom prst="rect">
            <a:avLst/>
          </a:prstGeom>
          <a:noFill/>
          <a:ln w="0">
            <a:noFill/>
          </a:ln>
        </p:spPr>
        <p:txBody>
          <a:bodyPr wrap="square" lIns="0" tIns="0" rIns="0" bIns="0" rtlCol="0" anchor="ctr">
            <a:normAutofit/>
          </a:bodyPr>
          <a:lstStyle/>
          <a:p>
            <a:pPr marL="0" indent="0" algn="l">
              <a:buNone/>
            </a:pPr>
            <a:r>
              <a:rPr lang="en-US" sz="2800" b="1" dirty="0">
                <a:solidFill>
                  <a:srgbClr val="FFFFFF"/>
                </a:solidFill>
                <a:latin typeface="Garamond" pitchFamily="34" charset="0"/>
              </a:rPr>
              <a:t>Summary of learnings today</a:t>
            </a:r>
          </a:p>
        </p:txBody>
      </p:sp>
      <p:sp>
        <p:nvSpPr>
          <p:cNvPr id="105" name="FooterText"/>
          <p:cNvSpPr/>
          <p:nvPr/>
        </p:nvSpPr>
        <p:spPr>
          <a:xfrm>
            <a:off x="341376" y="6582720"/>
            <a:ext cx="9753600" cy="295280"/>
          </a:xfrm>
          <a:prstGeom prst="rect">
            <a:avLst/>
          </a:prstGeom>
          <a:noFill/>
          <a:ln w="0">
            <a:noFill/>
          </a:ln>
        </p:spPr>
        <p:txBody>
          <a:bodyPr wrap="square" lIns="0" tIns="0" rIns="0" bIns="0" rtlCol="0" anchor="ctr"/>
          <a:lstStyle/>
          <a:p>
            <a:pPr marL="0" indent="0" algn="l">
              <a:buNone/>
            </a:pPr>
            <a:r>
              <a:rPr lang="en-US" sz="1000" dirty="0">
                <a:solidFill>
                  <a:srgbClr val="027EB5"/>
                </a:solidFill>
                <a:latin typeface="Garamond" pitchFamily="34" charset="0"/>
              </a:rPr>
              <a:t>FIT1055: IT Professional Practice and Ethics  |  Week 7</a:t>
            </a:r>
          </a:p>
        </p:txBody>
      </p:sp>
      <p:sp>
        <p:nvSpPr>
          <p:cNvPr id="3" name="Subtitle 2">
            <a:extLst>
              <a:ext uri="{FF2B5EF4-FFF2-40B4-BE49-F238E27FC236}">
                <a16:creationId xmlns:a16="http://schemas.microsoft.com/office/drawing/2014/main" id="{702AB1E0-D535-750F-4A62-432B19013BF0}"/>
              </a:ext>
            </a:extLst>
          </p:cNvPr>
          <p:cNvSpPr>
            <a:spLocks noGrp="1"/>
          </p:cNvSpPr>
          <p:nvPr>
            <p:ph type="subTitle" idx="1"/>
          </p:nvPr>
        </p:nvSpPr>
        <p:spPr>
          <a:xfrm>
            <a:off x="1991544" y="2708920"/>
            <a:ext cx="9974560" cy="1913731"/>
          </a:xfrm>
        </p:spPr>
        <p:txBody>
          <a:bodyPr/>
          <a:lstStyle/>
          <a:p>
            <a:pPr algn="l"/>
            <a:endParaRPr lang="en-US" dirty="0"/>
          </a:p>
          <a:p>
            <a:pPr algn="l"/>
            <a:endParaRPr lang="en-US" dirty="0"/>
          </a:p>
        </p:txBody>
      </p:sp>
      <p:sp>
        <p:nvSpPr>
          <p:cNvPr id="6" name="Rectangle 5">
            <a:extLst>
              <a:ext uri="{FF2B5EF4-FFF2-40B4-BE49-F238E27FC236}">
                <a16:creationId xmlns:a16="http://schemas.microsoft.com/office/drawing/2014/main" id="{EB23A953-69D0-AB18-2490-F4CCDE28A5A0}"/>
              </a:ext>
            </a:extLst>
          </p:cNvPr>
          <p:cNvSpPr/>
          <p:nvPr/>
        </p:nvSpPr>
        <p:spPr>
          <a:xfrm>
            <a:off x="794376" y="1113338"/>
            <a:ext cx="9649072" cy="4678204"/>
          </a:xfrm>
          <a:prstGeom prst="rect">
            <a:avLst/>
          </a:prstGeom>
        </p:spPr>
        <p:txBody>
          <a:bodyPr wrap="square">
            <a:normAutofit/>
          </a:bodyPr>
          <a:lstStyle/>
          <a:p>
            <a:r>
              <a:rPr lang="en-US" sz="2400" b="1" dirty="0">
                <a:highlight>
                  <a:srgbClr val="FFFFFF"/>
                </a:highlight>
                <a:latin typeface="Garamond" panose="02020404030301010803" pitchFamily="18" charset="0"/>
              </a:rPr>
              <a:t>1. Complex Problem Solving</a:t>
            </a:r>
            <a:endParaRPr lang="en-US" sz="2400" dirty="0">
              <a:highlight>
                <a:srgbClr val="FFFFFF"/>
              </a:highlight>
              <a:latin typeface="Garamond" panose="02020404030301010803" pitchFamily="18" charset="0"/>
            </a:endParaRPr>
          </a:p>
          <a:p>
            <a:r>
              <a:rPr lang="en-US" sz="2200" dirty="0">
                <a:highlight>
                  <a:srgbClr val="FFFFFF"/>
                </a:highlight>
                <a:latin typeface="Garamond" panose="02020404030301010803" pitchFamily="18" charset="0"/>
              </a:rPr>
              <a:t>Ethical issues in computing involve multiple stakeholders, competing values, and unintended consequences</a:t>
            </a:r>
          </a:p>
          <a:p>
            <a:r>
              <a:rPr lang="en-US" sz="2200" dirty="0">
                <a:highlight>
                  <a:srgbClr val="FFFFFF"/>
                </a:highlight>
                <a:latin typeface="Garamond" panose="02020404030301010803" pitchFamily="18" charset="0"/>
              </a:rPr>
              <a:t>Simple problems don't exist at </a:t>
            </a:r>
            <a:r>
              <a:rPr lang="en-US" sz="2200" dirty="0">
                <a:latin typeface="Garamond" panose="02020404030301010803" pitchFamily="18" charset="0"/>
              </a:rPr>
              <a:t>a </a:t>
            </a:r>
            <a:r>
              <a:rPr lang="en-US" sz="2200" dirty="0">
                <a:highlight>
                  <a:srgbClr val="FFFFFF"/>
                </a:highlight>
                <a:latin typeface="Garamond" panose="02020404030301010803" pitchFamily="18" charset="0"/>
              </a:rPr>
              <a:t>professional scale</a:t>
            </a:r>
          </a:p>
          <a:p>
            <a:endParaRPr lang="en-US" sz="2400" dirty="0">
              <a:highlight>
                <a:srgbClr val="FFFFFF"/>
              </a:highlight>
              <a:latin typeface="Garamond" panose="02020404030301010803" pitchFamily="18" charset="0"/>
            </a:endParaRPr>
          </a:p>
          <a:p>
            <a:r>
              <a:rPr lang="en-US" sz="2400" b="1" dirty="0">
                <a:highlight>
                  <a:srgbClr val="FFFFFF"/>
                </a:highlight>
                <a:latin typeface="Garamond" panose="02020404030301010803" pitchFamily="18" charset="0"/>
              </a:rPr>
              <a:t>2. Ethical reasoning framework is systematic process to guide you in making ethical-technical decisions</a:t>
            </a:r>
            <a:endParaRPr lang="en-US" sz="2400" dirty="0">
              <a:highlight>
                <a:srgbClr val="FFFFFF"/>
              </a:highlight>
              <a:latin typeface="Garamond" panose="02020404030301010803" pitchFamily="18" charset="0"/>
            </a:endParaRPr>
          </a:p>
          <a:p>
            <a:r>
              <a:rPr lang="en-US" sz="2200" dirty="0">
                <a:highlight>
                  <a:srgbClr val="FFFFFF"/>
                </a:highlight>
                <a:latin typeface="Garamond" panose="02020404030301010803" pitchFamily="18" charset="0"/>
              </a:rPr>
              <a:t>Like debugging or algorithm design, ethical reasoning requires systematic frameworks</a:t>
            </a:r>
          </a:p>
          <a:p>
            <a:r>
              <a:rPr lang="en-US" sz="2200" dirty="0">
                <a:highlight>
                  <a:srgbClr val="FFFFFF"/>
                </a:highlight>
                <a:latin typeface="Garamond" panose="02020404030301010803" pitchFamily="18" charset="0"/>
              </a:rPr>
              <a:t>Intuition alone isn't sufficient for professional-level decisions</a:t>
            </a:r>
          </a:p>
          <a:p>
            <a:endParaRPr lang="en-US" sz="2400" dirty="0">
              <a:highlight>
                <a:srgbClr val="FFFFFF"/>
              </a:highlight>
              <a:latin typeface="Garamond" panose="02020404030301010803" pitchFamily="18" charset="0"/>
            </a:endParaRPr>
          </a:p>
          <a:p>
            <a:r>
              <a:rPr lang="en-US" sz="2400" b="1" dirty="0">
                <a:highlight>
                  <a:srgbClr val="FFFFFF"/>
                </a:highlight>
                <a:latin typeface="Garamond" panose="02020404030301010803" pitchFamily="18" charset="0"/>
              </a:rPr>
              <a:t>3. Values Integration is Unavoidable</a:t>
            </a:r>
            <a:endParaRPr lang="en-US" sz="2400" dirty="0">
              <a:highlight>
                <a:srgbClr val="FFFFFF"/>
              </a:highlight>
              <a:latin typeface="Garamond" panose="02020404030301010803" pitchFamily="18" charset="0"/>
            </a:endParaRPr>
          </a:p>
          <a:p>
            <a:r>
              <a:rPr lang="en-US" sz="2200" dirty="0">
                <a:highlight>
                  <a:srgbClr val="FFFFFF"/>
                </a:highlight>
                <a:latin typeface="Garamond" panose="02020404030301010803" pitchFamily="18" charset="0"/>
              </a:rPr>
              <a:t>Every technical choice embeds values about privacy, autonomy, truth, </a:t>
            </a:r>
            <a:r>
              <a:rPr lang="en-US" sz="2200" dirty="0">
                <a:latin typeface="Garamond" panose="02020404030301010803" pitchFamily="18" charset="0"/>
              </a:rPr>
              <a:t>and </a:t>
            </a:r>
            <a:r>
              <a:rPr lang="en-US" sz="2200" dirty="0">
                <a:highlight>
                  <a:srgbClr val="FFFFFF"/>
                </a:highlight>
                <a:latin typeface="Garamond" panose="02020404030301010803" pitchFamily="18" charset="0"/>
              </a:rPr>
              <a:t>fairness. </a:t>
            </a:r>
            <a:r>
              <a:rPr lang="en-US" sz="2200" dirty="0">
                <a:latin typeface="Garamond" panose="02020404030301010803" pitchFamily="18" charset="0"/>
              </a:rPr>
              <a:t>The q</a:t>
            </a:r>
            <a:r>
              <a:rPr lang="en-US" sz="2200" dirty="0">
                <a:highlight>
                  <a:srgbClr val="FFFFFF"/>
                </a:highlight>
                <a:latin typeface="Garamond" panose="02020404030301010803" pitchFamily="18" charset="0"/>
              </a:rPr>
              <a:t>uestion isn't WHETHER to include values, but whether you choose them consciously</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WASPOLLED" val="A79145AC99644806834DDC90CF40D409"/>
  <p:tag name="TPVERSION" val="5"/>
  <p:tag name="TPFULLVERSION" val="5.4.1.2"/>
  <p:tag name="PPTVERSION" val="15"/>
  <p:tag name="TPOS" val="2"/>
</p:tagLst>
</file>

<file path=ppt/theme/theme1.xml><?xml version="1.0" encoding="utf-8"?>
<a:theme xmlns:a="http://schemas.openxmlformats.org/drawingml/2006/main" name="Custom Design">
  <a:themeElements>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ustom Design">
      <a:majorFont>
        <a:latin typeface="Times New Roman"/>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FIT1049FIT2003 Exampl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FIT1049FIT2003 Example.potx" id="{0959B5B8-E8A5-4555-AA4D-C08290C7CF2D}" vid="{ABCF4FDE-D506-4A71-A46B-6B46E85196E4}"/>
    </a:ext>
  </a:extLst>
</a:theme>
</file>

<file path=ppt/theme/theme3.xml><?xml version="1.0" encoding="utf-8"?>
<a:theme xmlns:a="http://schemas.openxmlformats.org/drawingml/2006/main" name="Title slide_1">
  <a:themeElements>
    <a:clrScheme name="Monash Colour Palette">
      <a:dk1>
        <a:sysClr val="windowText" lastClr="000000"/>
      </a:dk1>
      <a:lt1>
        <a:sysClr val="window" lastClr="FFFFFF"/>
      </a:lt1>
      <a:dk2>
        <a:srgbClr val="006DAE"/>
      </a:dk2>
      <a:lt2>
        <a:srgbClr val="939597"/>
      </a:lt2>
      <a:accent1>
        <a:srgbClr val="E3E5E5"/>
      </a:accent1>
      <a:accent2>
        <a:srgbClr val="ECECEC"/>
      </a:accent2>
      <a:accent3>
        <a:srgbClr val="FF002B"/>
      </a:accent3>
      <a:accent4>
        <a:srgbClr val="00AC3E"/>
      </a:accent4>
      <a:accent5>
        <a:srgbClr val="009FDA"/>
      </a:accent5>
      <a:accent6>
        <a:srgbClr val="8177E7"/>
      </a:accent6>
      <a:hlink>
        <a:srgbClr val="EE64A4"/>
      </a:hlink>
      <a:folHlink>
        <a:srgbClr val="FC622E"/>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FIT1049FIT2003 Example.potx" id="{0959B5B8-E8A5-4555-AA4D-C08290C7CF2D}" vid="{1CAF005F-FBF3-4B11-82C1-1C7DCB010D35}"/>
    </a:ext>
  </a:extLst>
</a:theme>
</file>

<file path=ppt/theme/theme4.xml><?xml version="1.0" encoding="utf-8"?>
<a:theme xmlns:a="http://schemas.openxmlformats.org/drawingml/2006/main" name="Title slide_2">
  <a:themeElements>
    <a:clrScheme name="Monash Black">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FIT1049FIT2003 Example.potx" id="{0959B5B8-E8A5-4555-AA4D-C08290C7CF2D}" vid="{1F24A3D9-D0FF-4975-8D16-82ED1789C46B}"/>
    </a:ext>
  </a:extLst>
</a:theme>
</file>

<file path=ppt/theme/theme5.xml><?xml version="1.0" encoding="utf-8"?>
<a:theme xmlns:a="http://schemas.openxmlformats.org/drawingml/2006/main" name="1_Standard slide">
  <a:themeElements>
    <a:clrScheme name="Monash University">
      <a:dk1>
        <a:srgbClr val="000000"/>
      </a:dk1>
      <a:lt1>
        <a:srgbClr val="FFFFFF"/>
      </a:lt1>
      <a:dk2>
        <a:srgbClr val="006DAE"/>
      </a:dk2>
      <a:lt2>
        <a:srgbClr val="CCCCCC"/>
      </a:lt2>
      <a:accent1>
        <a:srgbClr val="FF002B"/>
      </a:accent1>
      <a:accent2>
        <a:srgbClr val="FC622E"/>
      </a:accent2>
      <a:accent3>
        <a:srgbClr val="829356"/>
      </a:accent3>
      <a:accent4>
        <a:srgbClr val="00AC3E"/>
      </a:accent4>
      <a:accent5>
        <a:srgbClr val="009FDA"/>
      </a:accent5>
      <a:accent6>
        <a:srgbClr val="8177E7"/>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FIT1049FIT2003 Example.potx" id="{0959B5B8-E8A5-4555-AA4D-C08290C7CF2D}" vid="{65D099FF-7EEB-48D5-A654-27F6622821DB}"/>
    </a:ext>
  </a:extLst>
</a:theme>
</file>

<file path=ppt/theme/theme6.xml><?xml version="1.0" encoding="utf-8"?>
<a:theme xmlns:a="http://schemas.openxmlformats.org/drawingml/2006/main" name="Section break 2">
  <a:themeElements>
    <a:clrScheme name="Monash Colour Palette">
      <a:dk1>
        <a:sysClr val="windowText" lastClr="000000"/>
      </a:dk1>
      <a:lt1>
        <a:sysClr val="window" lastClr="FFFFFF"/>
      </a:lt1>
      <a:dk2>
        <a:srgbClr val="006DAE"/>
      </a:dk2>
      <a:lt2>
        <a:srgbClr val="939597"/>
      </a:lt2>
      <a:accent1>
        <a:srgbClr val="E3E5E5"/>
      </a:accent1>
      <a:accent2>
        <a:srgbClr val="ECECEC"/>
      </a:accent2>
      <a:accent3>
        <a:srgbClr val="FF002B"/>
      </a:accent3>
      <a:accent4>
        <a:srgbClr val="00AC3E"/>
      </a:accent4>
      <a:accent5>
        <a:srgbClr val="009FDA"/>
      </a:accent5>
      <a:accent6>
        <a:srgbClr val="8177E7"/>
      </a:accent6>
      <a:hlink>
        <a:srgbClr val="EE64A4"/>
      </a:hlink>
      <a:folHlink>
        <a:srgbClr val="FC622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FIT1049FIT2003 Example.potx" id="{0959B5B8-E8A5-4555-AA4D-C08290C7CF2D}" vid="{EB9E0C9F-7EAB-44D9-93D2-F31469C55EF3}"/>
    </a:ext>
  </a:extLst>
</a:theme>
</file>

<file path=ppt/theme/theme7.xml><?xml version="1.0" encoding="utf-8"?>
<a:theme xmlns:a="http://schemas.openxmlformats.org/drawingml/2006/main" name="Section break 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FIT1049FIT2003 Example.potx" id="{0959B5B8-E8A5-4555-AA4D-C08290C7CF2D}" vid="{7DC990B3-0A3A-4A87-A7ED-8800B7104099}"/>
    </a:ext>
  </a:extLst>
</a:theme>
</file>

<file path=ppt/theme/theme8.xml><?xml version="1.0" encoding="utf-8"?>
<a:theme xmlns:a="http://schemas.openxmlformats.org/drawingml/2006/main" name="4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FIT1049FIT2003 Example.potx" id="{0959B5B8-E8A5-4555-AA4D-C08290C7CF2D}" vid="{238EFAC0-BA05-4C15-A281-1AA3E7690AD0}"/>
    </a:ext>
  </a:extLst>
</a:theme>
</file>

<file path=ppt/theme/theme9.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0.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57051</TotalTime>
  <Words>2989</Words>
  <Application>Microsoft Macintosh PowerPoint</Application>
  <PresentationFormat>Widescreen</PresentationFormat>
  <Paragraphs>359</Paragraphs>
  <Slides>34</Slides>
  <Notes>31</Notes>
  <HiddenSlides>0</HiddenSlides>
  <MMClips>0</MMClips>
  <ScaleCrop>false</ScaleCrop>
  <HeadingPairs>
    <vt:vector size="6" baseType="variant">
      <vt:variant>
        <vt:lpstr>Fonts Used</vt:lpstr>
      </vt:variant>
      <vt:variant>
        <vt:i4>7</vt:i4>
      </vt:variant>
      <vt:variant>
        <vt:lpstr>Theme</vt:lpstr>
      </vt:variant>
      <vt:variant>
        <vt:i4>8</vt:i4>
      </vt:variant>
      <vt:variant>
        <vt:lpstr>Slide Titles</vt:lpstr>
      </vt:variant>
      <vt:variant>
        <vt:i4>34</vt:i4>
      </vt:variant>
    </vt:vector>
  </HeadingPairs>
  <TitlesOfParts>
    <vt:vector size="49" baseType="lpstr">
      <vt:lpstr>Arial</vt:lpstr>
      <vt:lpstr>Calibri</vt:lpstr>
      <vt:lpstr>Arial Narrow</vt:lpstr>
      <vt:lpstr>Times New Roman</vt:lpstr>
      <vt:lpstr>Garamond</vt:lpstr>
      <vt:lpstr>Wingdings</vt:lpstr>
      <vt:lpstr>Calibri Light</vt:lpstr>
      <vt:lpstr>Custom Design</vt:lpstr>
      <vt:lpstr>FIT1049FIT2003 Example</vt:lpstr>
      <vt:lpstr>Title slide_1</vt:lpstr>
      <vt:lpstr>Title slide_2</vt:lpstr>
      <vt:lpstr>1_Standard slide</vt:lpstr>
      <vt:lpstr>Section break 2</vt:lpstr>
      <vt:lpstr>Section break 1</vt:lpstr>
      <vt:lpstr>4_Custom Design</vt:lpstr>
      <vt:lpstr>FIT1055: IT professional practice and Ethics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Monash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FIT1049-FIT2003 Lecture 1</dc:title>
  <dc:subject>FIT1049-FIT2003 Lecture 1</dc:subject>
  <dc:creator>annn</dc:creator>
  <cp:lastModifiedBy>nik nailah abdullah</cp:lastModifiedBy>
  <cp:revision>1388</cp:revision>
  <cp:lastPrinted>2019-03-04T05:36:01Z</cp:lastPrinted>
  <dcterms:created xsi:type="dcterms:W3CDTF">2008-07-14T07:08:14Z</dcterms:created>
  <dcterms:modified xsi:type="dcterms:W3CDTF">2026-04-24T06:16:57Z</dcterms:modified>
</cp:coreProperties>
</file>